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3"/>
    <p:sldId id="292" r:id="rId4"/>
    <p:sldId id="293" r:id="rId5"/>
    <p:sldId id="281" r:id="rId6"/>
    <p:sldId id="299" r:id="rId7"/>
    <p:sldId id="260" r:id="rId8"/>
    <p:sldId id="259" r:id="rId9"/>
    <p:sldId id="287" r:id="rId10"/>
    <p:sldId id="295" r:id="rId11"/>
    <p:sldId id="276" r:id="rId12"/>
    <p:sldId id="273" r:id="rId13"/>
    <p:sldId id="296" r:id="rId14"/>
    <p:sldId id="275" r:id="rId15"/>
    <p:sldId id="288" r:id="rId16"/>
    <p:sldId id="298" r:id="rId17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6" userDrawn="1">
          <p15:clr>
            <a:srgbClr val="A4A3A4"/>
          </p15:clr>
        </p15:guide>
        <p15:guide id="2" pos="29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92" d="100"/>
          <a:sy n="192" d="100"/>
        </p:scale>
        <p:origin x="174" y="390"/>
      </p:cViewPr>
      <p:guideLst>
        <p:guide orient="horz" pos="1616"/>
        <p:guide pos="297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5C5D1-AD16-4B01-871F-DE047A6CFB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DE635-3FC4-4B83-A3D1-632FFA341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35C5D1-AD16-4B01-871F-DE047A6CFB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CDE635-3FC4-4B83-A3D1-632FFA341E9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29.xml"/><Relationship Id="rId17" Type="http://schemas.openxmlformats.org/officeDocument/2006/relationships/tags" Target="../tags/tag28.xml"/><Relationship Id="rId16" Type="http://schemas.openxmlformats.org/officeDocument/2006/relationships/tags" Target="../tags/tag27.xml"/><Relationship Id="rId15" Type="http://schemas.openxmlformats.org/officeDocument/2006/relationships/tags" Target="../tags/tag26.xml"/><Relationship Id="rId14" Type="http://schemas.openxmlformats.org/officeDocument/2006/relationships/tags" Target="../tags/tag25.xml"/><Relationship Id="rId13" Type="http://schemas.openxmlformats.org/officeDocument/2006/relationships/tags" Target="../tags/tag24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tags" Target="../tags/tag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"/>
          <p:cNvSpPr>
            <a:spLocks noEditPoints="1"/>
          </p:cNvSpPr>
          <p:nvPr/>
        </p:nvSpPr>
        <p:spPr bwMode="auto">
          <a:xfrm>
            <a:off x="4343400" y="1594734"/>
            <a:ext cx="457200" cy="593986"/>
          </a:xfrm>
          <a:custGeom>
            <a:avLst/>
            <a:gdLst>
              <a:gd name="T0" fmla="*/ 891 w 1347"/>
              <a:gd name="T1" fmla="*/ 639 h 1750"/>
              <a:gd name="T2" fmla="*/ 673 w 1347"/>
              <a:gd name="T3" fmla="*/ 728 h 1750"/>
              <a:gd name="T4" fmla="*/ 555 w 1347"/>
              <a:gd name="T5" fmla="*/ 706 h 1750"/>
              <a:gd name="T6" fmla="*/ 456 w 1347"/>
              <a:gd name="T7" fmla="*/ 639 h 1750"/>
              <a:gd name="T8" fmla="*/ 398 w 1347"/>
              <a:gd name="T9" fmla="*/ 639 h 1750"/>
              <a:gd name="T10" fmla="*/ 397 w 1347"/>
              <a:gd name="T11" fmla="*/ 696 h 1750"/>
              <a:gd name="T12" fmla="*/ 525 w 1347"/>
              <a:gd name="T13" fmla="*/ 781 h 1750"/>
              <a:gd name="T14" fmla="*/ 673 w 1347"/>
              <a:gd name="T15" fmla="*/ 810 h 1750"/>
              <a:gd name="T16" fmla="*/ 949 w 1347"/>
              <a:gd name="T17" fmla="*/ 696 h 1750"/>
              <a:gd name="T18" fmla="*/ 949 w 1347"/>
              <a:gd name="T19" fmla="*/ 639 h 1750"/>
              <a:gd name="T20" fmla="*/ 891 w 1347"/>
              <a:gd name="T21" fmla="*/ 639 h 1750"/>
              <a:gd name="T22" fmla="*/ 987 w 1347"/>
              <a:gd name="T23" fmla="*/ 1525 h 1750"/>
              <a:gd name="T24" fmla="*/ 987 w 1347"/>
              <a:gd name="T25" fmla="*/ 1525 h 1750"/>
              <a:gd name="T26" fmla="*/ 360 w 1347"/>
              <a:gd name="T27" fmla="*/ 1525 h 1750"/>
              <a:gd name="T28" fmla="*/ 318 w 1347"/>
              <a:gd name="T29" fmla="*/ 1566 h 1750"/>
              <a:gd name="T30" fmla="*/ 360 w 1347"/>
              <a:gd name="T31" fmla="*/ 1607 h 1750"/>
              <a:gd name="T32" fmla="*/ 987 w 1347"/>
              <a:gd name="T33" fmla="*/ 1607 h 1750"/>
              <a:gd name="T34" fmla="*/ 1027 w 1347"/>
              <a:gd name="T35" fmla="*/ 1566 h 1750"/>
              <a:gd name="T36" fmla="*/ 987 w 1347"/>
              <a:gd name="T37" fmla="*/ 1525 h 1750"/>
              <a:gd name="T38" fmla="*/ 1347 w 1347"/>
              <a:gd name="T39" fmla="*/ 674 h 1750"/>
              <a:gd name="T40" fmla="*/ 1347 w 1347"/>
              <a:gd name="T41" fmla="*/ 674 h 1750"/>
              <a:gd name="T42" fmla="*/ 1149 w 1347"/>
              <a:gd name="T43" fmla="*/ 198 h 1750"/>
              <a:gd name="T44" fmla="*/ 673 w 1347"/>
              <a:gd name="T45" fmla="*/ 0 h 1750"/>
              <a:gd name="T46" fmla="*/ 197 w 1347"/>
              <a:gd name="T47" fmla="*/ 198 h 1750"/>
              <a:gd name="T48" fmla="*/ 0 w 1347"/>
              <a:gd name="T49" fmla="*/ 674 h 1750"/>
              <a:gd name="T50" fmla="*/ 86 w 1347"/>
              <a:gd name="T51" fmla="*/ 1005 h 1750"/>
              <a:gd name="T52" fmla="*/ 292 w 1347"/>
              <a:gd name="T53" fmla="*/ 1229 h 1750"/>
              <a:gd name="T54" fmla="*/ 292 w 1347"/>
              <a:gd name="T55" fmla="*/ 1418 h 1750"/>
              <a:gd name="T56" fmla="*/ 360 w 1347"/>
              <a:gd name="T57" fmla="*/ 1487 h 1750"/>
              <a:gd name="T58" fmla="*/ 987 w 1347"/>
              <a:gd name="T59" fmla="*/ 1487 h 1750"/>
              <a:gd name="T60" fmla="*/ 1055 w 1347"/>
              <a:gd name="T61" fmla="*/ 1418 h 1750"/>
              <a:gd name="T62" fmla="*/ 1055 w 1347"/>
              <a:gd name="T63" fmla="*/ 1229 h 1750"/>
              <a:gd name="T64" fmla="*/ 1260 w 1347"/>
              <a:gd name="T65" fmla="*/ 1005 h 1750"/>
              <a:gd name="T66" fmla="*/ 1347 w 1347"/>
              <a:gd name="T67" fmla="*/ 674 h 1750"/>
              <a:gd name="T68" fmla="*/ 1142 w 1347"/>
              <a:gd name="T69" fmla="*/ 938 h 1750"/>
              <a:gd name="T70" fmla="*/ 1142 w 1347"/>
              <a:gd name="T71" fmla="*/ 938 h 1750"/>
              <a:gd name="T72" fmla="*/ 1141 w 1347"/>
              <a:gd name="T73" fmla="*/ 938 h 1750"/>
              <a:gd name="T74" fmla="*/ 951 w 1347"/>
              <a:gd name="T75" fmla="*/ 1135 h 1750"/>
              <a:gd name="T76" fmla="*/ 919 w 1347"/>
              <a:gd name="T77" fmla="*/ 1193 h 1750"/>
              <a:gd name="T78" fmla="*/ 918 w 1347"/>
              <a:gd name="T79" fmla="*/ 1193 h 1750"/>
              <a:gd name="T80" fmla="*/ 918 w 1347"/>
              <a:gd name="T81" fmla="*/ 1350 h 1750"/>
              <a:gd name="T82" fmla="*/ 429 w 1347"/>
              <a:gd name="T83" fmla="*/ 1350 h 1750"/>
              <a:gd name="T84" fmla="*/ 429 w 1347"/>
              <a:gd name="T85" fmla="*/ 1193 h 1750"/>
              <a:gd name="T86" fmla="*/ 389 w 1347"/>
              <a:gd name="T87" fmla="*/ 1132 h 1750"/>
              <a:gd name="T88" fmla="*/ 205 w 1347"/>
              <a:gd name="T89" fmla="*/ 938 h 1750"/>
              <a:gd name="T90" fmla="*/ 136 w 1347"/>
              <a:gd name="T91" fmla="*/ 674 h 1750"/>
              <a:gd name="T92" fmla="*/ 294 w 1347"/>
              <a:gd name="T93" fmla="*/ 295 h 1750"/>
              <a:gd name="T94" fmla="*/ 673 w 1347"/>
              <a:gd name="T95" fmla="*/ 137 h 1750"/>
              <a:gd name="T96" fmla="*/ 1053 w 1347"/>
              <a:gd name="T97" fmla="*/ 295 h 1750"/>
              <a:gd name="T98" fmla="*/ 1210 w 1347"/>
              <a:gd name="T99" fmla="*/ 674 h 1750"/>
              <a:gd name="T100" fmla="*/ 1142 w 1347"/>
              <a:gd name="T101" fmla="*/ 938 h 1750"/>
              <a:gd name="T102" fmla="*/ 855 w 1347"/>
              <a:gd name="T103" fmla="*/ 1668 h 1750"/>
              <a:gd name="T104" fmla="*/ 855 w 1347"/>
              <a:gd name="T105" fmla="*/ 1668 h 1750"/>
              <a:gd name="T106" fmla="*/ 492 w 1347"/>
              <a:gd name="T107" fmla="*/ 1668 h 1750"/>
              <a:gd name="T108" fmla="*/ 450 w 1347"/>
              <a:gd name="T109" fmla="*/ 1709 h 1750"/>
              <a:gd name="T110" fmla="*/ 492 w 1347"/>
              <a:gd name="T111" fmla="*/ 1750 h 1750"/>
              <a:gd name="T112" fmla="*/ 855 w 1347"/>
              <a:gd name="T113" fmla="*/ 1750 h 1750"/>
              <a:gd name="T114" fmla="*/ 896 w 1347"/>
              <a:gd name="T115" fmla="*/ 1709 h 1750"/>
              <a:gd name="T116" fmla="*/ 855 w 1347"/>
              <a:gd name="T117" fmla="*/ 1668 h 17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347" h="1750">
                <a:moveTo>
                  <a:pt x="891" y="639"/>
                </a:moveTo>
                <a:cubicBezTo>
                  <a:pt x="836" y="694"/>
                  <a:pt x="758" y="728"/>
                  <a:pt x="673" y="728"/>
                </a:cubicBezTo>
                <a:cubicBezTo>
                  <a:pt x="631" y="728"/>
                  <a:pt x="591" y="720"/>
                  <a:pt x="555" y="706"/>
                </a:cubicBezTo>
                <a:cubicBezTo>
                  <a:pt x="517" y="691"/>
                  <a:pt x="484" y="667"/>
                  <a:pt x="456" y="639"/>
                </a:cubicBezTo>
                <a:cubicBezTo>
                  <a:pt x="440" y="623"/>
                  <a:pt x="413" y="623"/>
                  <a:pt x="398" y="639"/>
                </a:cubicBezTo>
                <a:cubicBezTo>
                  <a:pt x="382" y="655"/>
                  <a:pt x="382" y="681"/>
                  <a:pt x="397" y="696"/>
                </a:cubicBezTo>
                <a:cubicBezTo>
                  <a:pt x="433" y="732"/>
                  <a:pt x="477" y="761"/>
                  <a:pt x="525" y="781"/>
                </a:cubicBezTo>
                <a:cubicBezTo>
                  <a:pt x="570" y="800"/>
                  <a:pt x="621" y="810"/>
                  <a:pt x="673" y="810"/>
                </a:cubicBezTo>
                <a:cubicBezTo>
                  <a:pt x="781" y="810"/>
                  <a:pt x="878" y="767"/>
                  <a:pt x="949" y="696"/>
                </a:cubicBezTo>
                <a:cubicBezTo>
                  <a:pt x="965" y="681"/>
                  <a:pt x="965" y="655"/>
                  <a:pt x="949" y="639"/>
                </a:cubicBezTo>
                <a:cubicBezTo>
                  <a:pt x="933" y="623"/>
                  <a:pt x="907" y="623"/>
                  <a:pt x="891" y="639"/>
                </a:cubicBezTo>
                <a:close/>
                <a:moveTo>
                  <a:pt x="987" y="1525"/>
                </a:moveTo>
                <a:cubicBezTo>
                  <a:pt x="987" y="1525"/>
                  <a:pt x="987" y="1525"/>
                  <a:pt x="987" y="1525"/>
                </a:cubicBezTo>
                <a:cubicBezTo>
                  <a:pt x="360" y="1525"/>
                  <a:pt x="360" y="1525"/>
                  <a:pt x="360" y="1525"/>
                </a:cubicBezTo>
                <a:cubicBezTo>
                  <a:pt x="337" y="1525"/>
                  <a:pt x="318" y="1544"/>
                  <a:pt x="318" y="1566"/>
                </a:cubicBezTo>
                <a:cubicBezTo>
                  <a:pt x="318" y="1589"/>
                  <a:pt x="337" y="1607"/>
                  <a:pt x="360" y="1607"/>
                </a:cubicBezTo>
                <a:cubicBezTo>
                  <a:pt x="987" y="1607"/>
                  <a:pt x="987" y="1607"/>
                  <a:pt x="987" y="1607"/>
                </a:cubicBezTo>
                <a:cubicBezTo>
                  <a:pt x="1009" y="1607"/>
                  <a:pt x="1027" y="1589"/>
                  <a:pt x="1027" y="1566"/>
                </a:cubicBezTo>
                <a:cubicBezTo>
                  <a:pt x="1027" y="1544"/>
                  <a:pt x="1009" y="1525"/>
                  <a:pt x="987" y="1525"/>
                </a:cubicBezTo>
                <a:close/>
                <a:moveTo>
                  <a:pt x="1347" y="674"/>
                </a:moveTo>
                <a:cubicBezTo>
                  <a:pt x="1347" y="674"/>
                  <a:pt x="1347" y="674"/>
                  <a:pt x="1347" y="674"/>
                </a:cubicBezTo>
                <a:cubicBezTo>
                  <a:pt x="1347" y="488"/>
                  <a:pt x="1272" y="320"/>
                  <a:pt x="1149" y="198"/>
                </a:cubicBezTo>
                <a:cubicBezTo>
                  <a:pt x="1027" y="76"/>
                  <a:pt x="859" y="0"/>
                  <a:pt x="673" y="0"/>
                </a:cubicBezTo>
                <a:cubicBezTo>
                  <a:pt x="488" y="0"/>
                  <a:pt x="318" y="76"/>
                  <a:pt x="197" y="198"/>
                </a:cubicBezTo>
                <a:cubicBezTo>
                  <a:pt x="75" y="320"/>
                  <a:pt x="0" y="488"/>
                  <a:pt x="0" y="674"/>
                </a:cubicBezTo>
                <a:cubicBezTo>
                  <a:pt x="0" y="794"/>
                  <a:pt x="31" y="907"/>
                  <a:pt x="86" y="1005"/>
                </a:cubicBezTo>
                <a:cubicBezTo>
                  <a:pt x="138" y="1094"/>
                  <a:pt x="207" y="1171"/>
                  <a:pt x="292" y="1229"/>
                </a:cubicBezTo>
                <a:cubicBezTo>
                  <a:pt x="292" y="1418"/>
                  <a:pt x="292" y="1418"/>
                  <a:pt x="292" y="1418"/>
                </a:cubicBezTo>
                <a:cubicBezTo>
                  <a:pt x="292" y="1456"/>
                  <a:pt x="322" y="1487"/>
                  <a:pt x="360" y="1487"/>
                </a:cubicBezTo>
                <a:cubicBezTo>
                  <a:pt x="987" y="1487"/>
                  <a:pt x="987" y="1487"/>
                  <a:pt x="987" y="1487"/>
                </a:cubicBezTo>
                <a:cubicBezTo>
                  <a:pt x="1025" y="1487"/>
                  <a:pt x="1055" y="1456"/>
                  <a:pt x="1055" y="1418"/>
                </a:cubicBezTo>
                <a:cubicBezTo>
                  <a:pt x="1055" y="1229"/>
                  <a:pt x="1055" y="1229"/>
                  <a:pt x="1055" y="1229"/>
                </a:cubicBezTo>
                <a:cubicBezTo>
                  <a:pt x="1140" y="1171"/>
                  <a:pt x="1210" y="1094"/>
                  <a:pt x="1260" y="1005"/>
                </a:cubicBezTo>
                <a:cubicBezTo>
                  <a:pt x="1316" y="906"/>
                  <a:pt x="1347" y="794"/>
                  <a:pt x="1347" y="674"/>
                </a:cubicBezTo>
                <a:close/>
                <a:moveTo>
                  <a:pt x="1142" y="938"/>
                </a:moveTo>
                <a:cubicBezTo>
                  <a:pt x="1142" y="938"/>
                  <a:pt x="1142" y="938"/>
                  <a:pt x="1142" y="938"/>
                </a:cubicBezTo>
                <a:cubicBezTo>
                  <a:pt x="1141" y="938"/>
                  <a:pt x="1141" y="938"/>
                  <a:pt x="1141" y="938"/>
                </a:cubicBezTo>
                <a:cubicBezTo>
                  <a:pt x="1096" y="1019"/>
                  <a:pt x="1030" y="1087"/>
                  <a:pt x="951" y="1135"/>
                </a:cubicBezTo>
                <a:cubicBezTo>
                  <a:pt x="931" y="1147"/>
                  <a:pt x="919" y="1170"/>
                  <a:pt x="919" y="1193"/>
                </a:cubicBezTo>
                <a:cubicBezTo>
                  <a:pt x="918" y="1193"/>
                  <a:pt x="918" y="1193"/>
                  <a:pt x="918" y="1193"/>
                </a:cubicBezTo>
                <a:cubicBezTo>
                  <a:pt x="918" y="1350"/>
                  <a:pt x="918" y="1350"/>
                  <a:pt x="918" y="1350"/>
                </a:cubicBezTo>
                <a:cubicBezTo>
                  <a:pt x="429" y="1350"/>
                  <a:pt x="429" y="1350"/>
                  <a:pt x="429" y="1350"/>
                </a:cubicBezTo>
                <a:cubicBezTo>
                  <a:pt x="429" y="1193"/>
                  <a:pt x="429" y="1193"/>
                  <a:pt x="429" y="1193"/>
                </a:cubicBezTo>
                <a:cubicBezTo>
                  <a:pt x="429" y="1165"/>
                  <a:pt x="413" y="1142"/>
                  <a:pt x="389" y="1132"/>
                </a:cubicBezTo>
                <a:cubicBezTo>
                  <a:pt x="313" y="1083"/>
                  <a:pt x="249" y="1017"/>
                  <a:pt x="205" y="938"/>
                </a:cubicBezTo>
                <a:cubicBezTo>
                  <a:pt x="161" y="860"/>
                  <a:pt x="136" y="770"/>
                  <a:pt x="136" y="674"/>
                </a:cubicBezTo>
                <a:cubicBezTo>
                  <a:pt x="136" y="527"/>
                  <a:pt x="197" y="392"/>
                  <a:pt x="294" y="295"/>
                </a:cubicBezTo>
                <a:cubicBezTo>
                  <a:pt x="390" y="197"/>
                  <a:pt x="526" y="137"/>
                  <a:pt x="673" y="137"/>
                </a:cubicBezTo>
                <a:cubicBezTo>
                  <a:pt x="821" y="137"/>
                  <a:pt x="956" y="197"/>
                  <a:pt x="1053" y="295"/>
                </a:cubicBezTo>
                <a:cubicBezTo>
                  <a:pt x="1150" y="392"/>
                  <a:pt x="1210" y="527"/>
                  <a:pt x="1210" y="674"/>
                </a:cubicBezTo>
                <a:cubicBezTo>
                  <a:pt x="1210" y="771"/>
                  <a:pt x="1186" y="861"/>
                  <a:pt x="1142" y="938"/>
                </a:cubicBezTo>
                <a:close/>
                <a:moveTo>
                  <a:pt x="855" y="1668"/>
                </a:moveTo>
                <a:cubicBezTo>
                  <a:pt x="855" y="1668"/>
                  <a:pt x="855" y="1668"/>
                  <a:pt x="855" y="1668"/>
                </a:cubicBezTo>
                <a:cubicBezTo>
                  <a:pt x="492" y="1668"/>
                  <a:pt x="492" y="1668"/>
                  <a:pt x="492" y="1668"/>
                </a:cubicBezTo>
                <a:cubicBezTo>
                  <a:pt x="469" y="1668"/>
                  <a:pt x="450" y="1686"/>
                  <a:pt x="450" y="1709"/>
                </a:cubicBezTo>
                <a:cubicBezTo>
                  <a:pt x="450" y="1731"/>
                  <a:pt x="469" y="1750"/>
                  <a:pt x="492" y="1750"/>
                </a:cubicBezTo>
                <a:cubicBezTo>
                  <a:pt x="855" y="1750"/>
                  <a:pt x="855" y="1750"/>
                  <a:pt x="855" y="1750"/>
                </a:cubicBezTo>
                <a:cubicBezTo>
                  <a:pt x="877" y="1750"/>
                  <a:pt x="896" y="1731"/>
                  <a:pt x="896" y="1709"/>
                </a:cubicBezTo>
                <a:cubicBezTo>
                  <a:pt x="896" y="1686"/>
                  <a:pt x="877" y="1668"/>
                  <a:pt x="855" y="1668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1521589" y="2341691"/>
            <a:ext cx="6696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8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微调过程中“灾难性遗忘”的缓解策略</a:t>
            </a:r>
            <a:endParaRPr lang="zh-CN" altLang="en-US" sz="28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4211960" y="3176759"/>
            <a:ext cx="4573568" cy="253916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</a:rPr>
              <a:t>终期报告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9" name="Group 14"/>
          <p:cNvGrpSpPr/>
          <p:nvPr/>
        </p:nvGrpSpPr>
        <p:grpSpPr bwMode="auto">
          <a:xfrm>
            <a:off x="3432720" y="3919241"/>
            <a:ext cx="174306" cy="174304"/>
            <a:chOff x="4248" y="3024"/>
            <a:chExt cx="600" cy="599"/>
          </a:xfrm>
        </p:grpSpPr>
        <p:sp>
          <p:nvSpPr>
            <p:cNvPr id="30" name="Oval 15"/>
            <p:cNvSpPr>
              <a:spLocks noChangeArrowheads="1"/>
            </p:cNvSpPr>
            <p:nvPr/>
          </p:nvSpPr>
          <p:spPr bwMode="auto">
            <a:xfrm>
              <a:off x="4248" y="3024"/>
              <a:ext cx="600" cy="59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dist"/>
              <a:endPara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1" name="Group 16"/>
            <p:cNvGrpSpPr/>
            <p:nvPr/>
          </p:nvGrpSpPr>
          <p:grpSpPr bwMode="auto">
            <a:xfrm>
              <a:off x="4441" y="3144"/>
              <a:ext cx="215" cy="345"/>
              <a:chOff x="4441" y="3144"/>
              <a:chExt cx="215" cy="345"/>
            </a:xfrm>
          </p:grpSpPr>
          <p:sp>
            <p:nvSpPr>
              <p:cNvPr id="32" name="Freeform 17"/>
              <p:cNvSpPr>
                <a:spLocks noEditPoints="1"/>
              </p:cNvSpPr>
              <p:nvPr/>
            </p:nvSpPr>
            <p:spPr bwMode="auto">
              <a:xfrm>
                <a:off x="4474" y="3144"/>
                <a:ext cx="149" cy="253"/>
              </a:xfrm>
              <a:custGeom>
                <a:avLst/>
                <a:gdLst>
                  <a:gd name="T0" fmla="*/ 31 w 63"/>
                  <a:gd name="T1" fmla="*/ 107 h 107"/>
                  <a:gd name="T2" fmla="*/ 63 w 63"/>
                  <a:gd name="T3" fmla="*/ 78 h 107"/>
                  <a:gd name="T4" fmla="*/ 63 w 63"/>
                  <a:gd name="T5" fmla="*/ 29 h 107"/>
                  <a:gd name="T6" fmla="*/ 31 w 63"/>
                  <a:gd name="T7" fmla="*/ 0 h 107"/>
                  <a:gd name="T8" fmla="*/ 0 w 63"/>
                  <a:gd name="T9" fmla="*/ 29 h 107"/>
                  <a:gd name="T10" fmla="*/ 0 w 63"/>
                  <a:gd name="T11" fmla="*/ 78 h 107"/>
                  <a:gd name="T12" fmla="*/ 31 w 63"/>
                  <a:gd name="T13" fmla="*/ 107 h 107"/>
                  <a:gd name="T14" fmla="*/ 10 w 63"/>
                  <a:gd name="T15" fmla="*/ 29 h 107"/>
                  <a:gd name="T16" fmla="*/ 31 w 63"/>
                  <a:gd name="T17" fmla="*/ 10 h 107"/>
                  <a:gd name="T18" fmla="*/ 53 w 63"/>
                  <a:gd name="T19" fmla="*/ 29 h 107"/>
                  <a:gd name="T20" fmla="*/ 53 w 63"/>
                  <a:gd name="T21" fmla="*/ 78 h 107"/>
                  <a:gd name="T22" fmla="*/ 31 w 63"/>
                  <a:gd name="T23" fmla="*/ 97 h 107"/>
                  <a:gd name="T24" fmla="*/ 10 w 63"/>
                  <a:gd name="T25" fmla="*/ 78 h 107"/>
                  <a:gd name="T26" fmla="*/ 10 w 63"/>
                  <a:gd name="T27" fmla="*/ 29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3" h="107">
                    <a:moveTo>
                      <a:pt x="31" y="107"/>
                    </a:moveTo>
                    <a:cubicBezTo>
                      <a:pt x="49" y="107"/>
                      <a:pt x="63" y="94"/>
                      <a:pt x="63" y="78"/>
                    </a:cubicBezTo>
                    <a:cubicBezTo>
                      <a:pt x="63" y="29"/>
                      <a:pt x="63" y="29"/>
                      <a:pt x="63" y="29"/>
                    </a:cubicBezTo>
                    <a:cubicBezTo>
                      <a:pt x="63" y="13"/>
                      <a:pt x="49" y="0"/>
                      <a:pt x="31" y="0"/>
                    </a:cubicBezTo>
                    <a:cubicBezTo>
                      <a:pt x="14" y="0"/>
                      <a:pt x="0" y="13"/>
                      <a:pt x="0" y="29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0" y="94"/>
                      <a:pt x="14" y="107"/>
                      <a:pt x="31" y="107"/>
                    </a:cubicBezTo>
                    <a:close/>
                    <a:moveTo>
                      <a:pt x="10" y="29"/>
                    </a:moveTo>
                    <a:cubicBezTo>
                      <a:pt x="10" y="18"/>
                      <a:pt x="19" y="10"/>
                      <a:pt x="31" y="10"/>
                    </a:cubicBezTo>
                    <a:cubicBezTo>
                      <a:pt x="43" y="10"/>
                      <a:pt x="53" y="18"/>
                      <a:pt x="53" y="29"/>
                    </a:cubicBezTo>
                    <a:cubicBezTo>
                      <a:pt x="53" y="78"/>
                      <a:pt x="53" y="78"/>
                      <a:pt x="53" y="78"/>
                    </a:cubicBezTo>
                    <a:cubicBezTo>
                      <a:pt x="53" y="88"/>
                      <a:pt x="43" y="97"/>
                      <a:pt x="31" y="97"/>
                    </a:cubicBezTo>
                    <a:cubicBezTo>
                      <a:pt x="19" y="97"/>
                      <a:pt x="10" y="88"/>
                      <a:pt x="10" y="78"/>
                    </a:cubicBezTo>
                    <a:lnTo>
                      <a:pt x="10" y="29"/>
                    </a:lnTo>
                    <a:close/>
                  </a:path>
                </a:pathLst>
              </a:cu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dist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Freeform 18"/>
              <p:cNvSpPr/>
              <p:nvPr/>
            </p:nvSpPr>
            <p:spPr bwMode="auto">
              <a:xfrm>
                <a:off x="4441" y="3267"/>
                <a:ext cx="215" cy="222"/>
              </a:xfrm>
              <a:custGeom>
                <a:avLst/>
                <a:gdLst>
                  <a:gd name="T0" fmla="*/ 86 w 91"/>
                  <a:gd name="T1" fmla="*/ 0 h 94"/>
                  <a:gd name="T2" fmla="*/ 81 w 91"/>
                  <a:gd name="T3" fmla="*/ 5 h 94"/>
                  <a:gd name="T4" fmla="*/ 81 w 91"/>
                  <a:gd name="T5" fmla="*/ 28 h 94"/>
                  <a:gd name="T6" fmla="*/ 45 w 91"/>
                  <a:gd name="T7" fmla="*/ 59 h 94"/>
                  <a:gd name="T8" fmla="*/ 10 w 91"/>
                  <a:gd name="T9" fmla="*/ 28 h 94"/>
                  <a:gd name="T10" fmla="*/ 10 w 91"/>
                  <a:gd name="T11" fmla="*/ 5 h 94"/>
                  <a:gd name="T12" fmla="*/ 5 w 91"/>
                  <a:gd name="T13" fmla="*/ 0 h 94"/>
                  <a:gd name="T14" fmla="*/ 0 w 91"/>
                  <a:gd name="T15" fmla="*/ 5 h 94"/>
                  <a:gd name="T16" fmla="*/ 0 w 91"/>
                  <a:gd name="T17" fmla="*/ 28 h 94"/>
                  <a:gd name="T18" fmla="*/ 40 w 91"/>
                  <a:gd name="T19" fmla="*/ 69 h 94"/>
                  <a:gd name="T20" fmla="*/ 40 w 91"/>
                  <a:gd name="T21" fmla="*/ 84 h 94"/>
                  <a:gd name="T22" fmla="*/ 20 w 91"/>
                  <a:gd name="T23" fmla="*/ 84 h 94"/>
                  <a:gd name="T24" fmla="*/ 15 w 91"/>
                  <a:gd name="T25" fmla="*/ 89 h 94"/>
                  <a:gd name="T26" fmla="*/ 20 w 91"/>
                  <a:gd name="T27" fmla="*/ 94 h 94"/>
                  <a:gd name="T28" fmla="*/ 70 w 91"/>
                  <a:gd name="T29" fmla="*/ 94 h 94"/>
                  <a:gd name="T30" fmla="*/ 75 w 91"/>
                  <a:gd name="T31" fmla="*/ 89 h 94"/>
                  <a:gd name="T32" fmla="*/ 70 w 91"/>
                  <a:gd name="T33" fmla="*/ 84 h 94"/>
                  <a:gd name="T34" fmla="*/ 50 w 91"/>
                  <a:gd name="T35" fmla="*/ 84 h 94"/>
                  <a:gd name="T36" fmla="*/ 50 w 91"/>
                  <a:gd name="T37" fmla="*/ 69 h 94"/>
                  <a:gd name="T38" fmla="*/ 91 w 91"/>
                  <a:gd name="T39" fmla="*/ 28 h 94"/>
                  <a:gd name="T40" fmla="*/ 91 w 91"/>
                  <a:gd name="T41" fmla="*/ 5 h 94"/>
                  <a:gd name="T42" fmla="*/ 86 w 91"/>
                  <a:gd name="T43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91" h="94">
                    <a:moveTo>
                      <a:pt x="86" y="0"/>
                    </a:moveTo>
                    <a:cubicBezTo>
                      <a:pt x="83" y="0"/>
                      <a:pt x="81" y="3"/>
                      <a:pt x="81" y="5"/>
                    </a:cubicBezTo>
                    <a:cubicBezTo>
                      <a:pt x="81" y="28"/>
                      <a:pt x="81" y="28"/>
                      <a:pt x="81" y="28"/>
                    </a:cubicBezTo>
                    <a:cubicBezTo>
                      <a:pt x="81" y="45"/>
                      <a:pt x="65" y="59"/>
                      <a:pt x="45" y="59"/>
                    </a:cubicBezTo>
                    <a:cubicBezTo>
                      <a:pt x="26" y="59"/>
                      <a:pt x="10" y="45"/>
                      <a:pt x="10" y="28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0" y="2"/>
                      <a:pt x="8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18" y="67"/>
                      <a:pt x="40" y="69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20" y="84"/>
                      <a:pt x="20" y="84"/>
                      <a:pt x="20" y="84"/>
                    </a:cubicBezTo>
                    <a:cubicBezTo>
                      <a:pt x="18" y="84"/>
                      <a:pt x="15" y="86"/>
                      <a:pt x="15" y="89"/>
                    </a:cubicBezTo>
                    <a:cubicBezTo>
                      <a:pt x="15" y="92"/>
                      <a:pt x="18" y="94"/>
                      <a:pt x="20" y="94"/>
                    </a:cubicBezTo>
                    <a:cubicBezTo>
                      <a:pt x="70" y="94"/>
                      <a:pt x="70" y="94"/>
                      <a:pt x="70" y="94"/>
                    </a:cubicBezTo>
                    <a:cubicBezTo>
                      <a:pt x="73" y="94"/>
                      <a:pt x="75" y="92"/>
                      <a:pt x="75" y="89"/>
                    </a:cubicBezTo>
                    <a:cubicBezTo>
                      <a:pt x="75" y="86"/>
                      <a:pt x="73" y="84"/>
                      <a:pt x="70" y="84"/>
                    </a:cubicBezTo>
                    <a:cubicBezTo>
                      <a:pt x="50" y="84"/>
                      <a:pt x="50" y="84"/>
                      <a:pt x="50" y="84"/>
                    </a:cubicBezTo>
                    <a:cubicBezTo>
                      <a:pt x="50" y="69"/>
                      <a:pt x="50" y="69"/>
                      <a:pt x="50" y="69"/>
                    </a:cubicBezTo>
                    <a:cubicBezTo>
                      <a:pt x="73" y="67"/>
                      <a:pt x="91" y="49"/>
                      <a:pt x="91" y="28"/>
                    </a:cubicBezTo>
                    <a:cubicBezTo>
                      <a:pt x="91" y="5"/>
                      <a:pt x="91" y="5"/>
                      <a:pt x="91" y="5"/>
                    </a:cubicBezTo>
                    <a:cubicBezTo>
                      <a:pt x="91" y="3"/>
                      <a:pt x="88" y="0"/>
                      <a:pt x="8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dist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35" name="Text Box 20"/>
          <p:cNvSpPr txBox="1">
            <a:spLocks noChangeArrowheads="1"/>
          </p:cNvSpPr>
          <p:nvPr/>
        </p:nvSpPr>
        <p:spPr bwMode="auto">
          <a:xfrm>
            <a:off x="3635896" y="3867894"/>
            <a:ext cx="2204450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汇报人：郭鑫焱、李宗玺、董光硕</a:t>
            </a: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0" y="2946544"/>
            <a:ext cx="9144000" cy="54006"/>
            <a:chOff x="2190216" y="0"/>
            <a:chExt cx="7128792" cy="108012"/>
          </a:xfrm>
        </p:grpSpPr>
        <p:sp>
          <p:nvSpPr>
            <p:cNvPr id="4" name="矩形 3"/>
            <p:cNvSpPr/>
            <p:nvPr/>
          </p:nvSpPr>
          <p:spPr>
            <a:xfrm>
              <a:off x="2190216" y="0"/>
              <a:ext cx="1188132" cy="108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3378348" y="0"/>
              <a:ext cx="1188132" cy="1080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4566480" y="0"/>
              <a:ext cx="1188132" cy="108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5754612" y="0"/>
              <a:ext cx="1188132" cy="108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6942744" y="0"/>
              <a:ext cx="1188132" cy="10801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/>
            <p:cNvSpPr/>
            <p:nvPr/>
          </p:nvSpPr>
          <p:spPr>
            <a:xfrm>
              <a:off x="8130876" y="0"/>
              <a:ext cx="1188132" cy="108012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3294112" y="1125349"/>
            <a:ext cx="2555776" cy="47429"/>
            <a:chOff x="2190216" y="0"/>
            <a:chExt cx="4752528" cy="108012"/>
          </a:xfrm>
        </p:grpSpPr>
        <p:sp>
          <p:nvSpPr>
            <p:cNvPr id="4" name="矩形 3"/>
            <p:cNvSpPr/>
            <p:nvPr/>
          </p:nvSpPr>
          <p:spPr>
            <a:xfrm>
              <a:off x="2190216" y="0"/>
              <a:ext cx="1188132" cy="108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3378348" y="0"/>
              <a:ext cx="1188132" cy="1080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4566480" y="0"/>
              <a:ext cx="1188132" cy="108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5754612" y="0"/>
              <a:ext cx="1188132" cy="108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3832860" y="313244"/>
            <a:ext cx="1478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ln w="6350">
                  <a:noFill/>
                </a:ln>
                <a:solidFill>
                  <a:schemeClr val="accent1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目  录</a:t>
            </a:r>
            <a:endParaRPr lang="en-US" altLang="zh-CN" sz="2800" b="1" dirty="0">
              <a:ln w="6350">
                <a:noFill/>
              </a:ln>
              <a:solidFill>
                <a:schemeClr val="accent1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  <a:p>
            <a:pPr algn="ctr"/>
            <a:r>
              <a:rPr lang="en-US" altLang="zh-CN" sz="1600" dirty="0">
                <a:ln w="635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CONTENTS</a:t>
            </a:r>
            <a:endParaRPr lang="zh-CN" altLang="en-US" sz="1600" dirty="0">
              <a:ln w="6350"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22514" y="2571750"/>
            <a:ext cx="1512542" cy="1895740"/>
            <a:chOff x="522514" y="3027330"/>
            <a:chExt cx="1512542" cy="1440160"/>
          </a:xfrm>
        </p:grpSpPr>
        <p:sp>
          <p:nvSpPr>
            <p:cNvPr id="54" name="矩形 53"/>
            <p:cNvSpPr/>
            <p:nvPr/>
          </p:nvSpPr>
          <p:spPr>
            <a:xfrm>
              <a:off x="522514" y="3027330"/>
              <a:ext cx="1512542" cy="1440160"/>
            </a:xfrm>
            <a:prstGeom prst="rect">
              <a:avLst/>
            </a:prstGeom>
            <a:solidFill>
              <a:schemeClr val="bg1">
                <a:lumMod val="8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5" name="直接连接符 54"/>
            <p:cNvCxnSpPr/>
            <p:nvPr/>
          </p:nvCxnSpPr>
          <p:spPr>
            <a:xfrm>
              <a:off x="522514" y="3393953"/>
              <a:ext cx="1512542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Freeform 9"/>
          <p:cNvSpPr>
            <a:spLocks noEditPoints="1"/>
          </p:cNvSpPr>
          <p:nvPr/>
        </p:nvSpPr>
        <p:spPr bwMode="auto">
          <a:xfrm>
            <a:off x="7681431" y="208021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0" name="Freeform 10"/>
          <p:cNvSpPr>
            <a:spLocks noEditPoints="1"/>
          </p:cNvSpPr>
          <p:nvPr/>
        </p:nvSpPr>
        <p:spPr bwMode="auto">
          <a:xfrm>
            <a:off x="2800042" y="2062748"/>
            <a:ext cx="286864" cy="287612"/>
          </a:xfrm>
          <a:custGeom>
            <a:avLst/>
            <a:gdLst>
              <a:gd name="T0" fmla="*/ 47 w 162"/>
              <a:gd name="T1" fmla="*/ 34 h 163"/>
              <a:gd name="T2" fmla="*/ 34 w 162"/>
              <a:gd name="T3" fmla="*/ 47 h 163"/>
              <a:gd name="T4" fmla="*/ 32 w 162"/>
              <a:gd name="T5" fmla="*/ 61 h 163"/>
              <a:gd name="T6" fmla="*/ 41 w 162"/>
              <a:gd name="T7" fmla="*/ 52 h 163"/>
              <a:gd name="T8" fmla="*/ 52 w 162"/>
              <a:gd name="T9" fmla="*/ 41 h 163"/>
              <a:gd name="T10" fmla="*/ 60 w 162"/>
              <a:gd name="T11" fmla="*/ 32 h 163"/>
              <a:gd name="T12" fmla="*/ 160 w 162"/>
              <a:gd name="T13" fmla="*/ 150 h 163"/>
              <a:gd name="T14" fmla="*/ 130 w 162"/>
              <a:gd name="T15" fmla="*/ 121 h 163"/>
              <a:gd name="T16" fmla="*/ 147 w 162"/>
              <a:gd name="T17" fmla="*/ 74 h 163"/>
              <a:gd name="T18" fmla="*/ 142 w 162"/>
              <a:gd name="T19" fmla="*/ 46 h 163"/>
              <a:gd name="T20" fmla="*/ 126 w 162"/>
              <a:gd name="T21" fmla="*/ 22 h 163"/>
              <a:gd name="T22" fmla="*/ 74 w 162"/>
              <a:gd name="T23" fmla="*/ 0 h 163"/>
              <a:gd name="T24" fmla="*/ 6 w 162"/>
              <a:gd name="T25" fmla="*/ 46 h 163"/>
              <a:gd name="T26" fmla="*/ 5 w 162"/>
              <a:gd name="T27" fmla="*/ 102 h 163"/>
              <a:gd name="T28" fmla="*/ 21 w 162"/>
              <a:gd name="T29" fmla="*/ 126 h 163"/>
              <a:gd name="T30" fmla="*/ 45 w 162"/>
              <a:gd name="T31" fmla="*/ 142 h 163"/>
              <a:gd name="T32" fmla="*/ 45 w 162"/>
              <a:gd name="T33" fmla="*/ 142 h 163"/>
              <a:gd name="T34" fmla="*/ 102 w 162"/>
              <a:gd name="T35" fmla="*/ 142 h 163"/>
              <a:gd name="T36" fmla="*/ 150 w 162"/>
              <a:gd name="T37" fmla="*/ 160 h 163"/>
              <a:gd name="T38" fmla="*/ 160 w 162"/>
              <a:gd name="T39" fmla="*/ 150 h 163"/>
              <a:gd name="T40" fmla="*/ 116 w 162"/>
              <a:gd name="T41" fmla="*/ 117 h 163"/>
              <a:gd name="T42" fmla="*/ 97 w 162"/>
              <a:gd name="T43" fmla="*/ 130 h 163"/>
              <a:gd name="T44" fmla="*/ 51 w 162"/>
              <a:gd name="T45" fmla="*/ 130 h 163"/>
              <a:gd name="T46" fmla="*/ 31 w 162"/>
              <a:gd name="T47" fmla="*/ 117 h 163"/>
              <a:gd name="T48" fmla="*/ 31 w 162"/>
              <a:gd name="T49" fmla="*/ 117 h 163"/>
              <a:gd name="T50" fmla="*/ 18 w 162"/>
              <a:gd name="T51" fmla="*/ 97 h 163"/>
              <a:gd name="T52" fmla="*/ 18 w 162"/>
              <a:gd name="T53" fmla="*/ 51 h 163"/>
              <a:gd name="T54" fmla="*/ 74 w 162"/>
              <a:gd name="T55" fmla="*/ 14 h 163"/>
              <a:gd name="T56" fmla="*/ 116 w 162"/>
              <a:gd name="T57" fmla="*/ 31 h 163"/>
              <a:gd name="T58" fmla="*/ 129 w 162"/>
              <a:gd name="T59" fmla="*/ 51 h 163"/>
              <a:gd name="T60" fmla="*/ 134 w 162"/>
              <a:gd name="T61" fmla="*/ 74 h 163"/>
              <a:gd name="T62" fmla="*/ 116 w 162"/>
              <a:gd name="T63" fmla="*/ 117 h 163"/>
              <a:gd name="T64" fmla="*/ 117 w 162"/>
              <a:gd name="T65" fmla="*/ 70 h 163"/>
              <a:gd name="T66" fmla="*/ 110 w 162"/>
              <a:gd name="T67" fmla="*/ 89 h 163"/>
              <a:gd name="T68" fmla="*/ 102 w 162"/>
              <a:gd name="T69" fmla="*/ 102 h 163"/>
              <a:gd name="T70" fmla="*/ 74 w 162"/>
              <a:gd name="T71" fmla="*/ 114 h 163"/>
              <a:gd name="T72" fmla="*/ 74 w 162"/>
              <a:gd name="T73" fmla="*/ 122 h 163"/>
              <a:gd name="T74" fmla="*/ 107 w 162"/>
              <a:gd name="T75" fmla="*/ 108 h 163"/>
              <a:gd name="T76" fmla="*/ 118 w 162"/>
              <a:gd name="T77" fmla="*/ 92 h 163"/>
              <a:gd name="T78" fmla="*/ 117 w 162"/>
              <a:gd name="T79" fmla="*/ 70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62" h="163">
                <a:moveTo>
                  <a:pt x="55" y="30"/>
                </a:moveTo>
                <a:cubicBezTo>
                  <a:pt x="52" y="31"/>
                  <a:pt x="50" y="33"/>
                  <a:pt x="47" y="34"/>
                </a:cubicBezTo>
                <a:cubicBezTo>
                  <a:pt x="44" y="36"/>
                  <a:pt x="42" y="38"/>
                  <a:pt x="40" y="40"/>
                </a:cubicBezTo>
                <a:cubicBezTo>
                  <a:pt x="38" y="42"/>
                  <a:pt x="36" y="45"/>
                  <a:pt x="34" y="47"/>
                </a:cubicBezTo>
                <a:cubicBezTo>
                  <a:pt x="32" y="50"/>
                  <a:pt x="31" y="53"/>
                  <a:pt x="30" y="55"/>
                </a:cubicBezTo>
                <a:cubicBezTo>
                  <a:pt x="29" y="57"/>
                  <a:pt x="30" y="60"/>
                  <a:pt x="32" y="61"/>
                </a:cubicBezTo>
                <a:cubicBezTo>
                  <a:pt x="34" y="62"/>
                  <a:pt x="36" y="61"/>
                  <a:pt x="37" y="59"/>
                </a:cubicBezTo>
                <a:cubicBezTo>
                  <a:pt x="38" y="56"/>
                  <a:pt x="39" y="54"/>
                  <a:pt x="41" y="52"/>
                </a:cubicBezTo>
                <a:cubicBezTo>
                  <a:pt x="42" y="50"/>
                  <a:pt x="44" y="48"/>
                  <a:pt x="46" y="46"/>
                </a:cubicBezTo>
                <a:cubicBezTo>
                  <a:pt x="48" y="44"/>
                  <a:pt x="49" y="43"/>
                  <a:pt x="52" y="41"/>
                </a:cubicBezTo>
                <a:cubicBezTo>
                  <a:pt x="54" y="40"/>
                  <a:pt x="56" y="38"/>
                  <a:pt x="58" y="37"/>
                </a:cubicBezTo>
                <a:cubicBezTo>
                  <a:pt x="60" y="37"/>
                  <a:pt x="61" y="34"/>
                  <a:pt x="60" y="32"/>
                </a:cubicBezTo>
                <a:cubicBezTo>
                  <a:pt x="59" y="30"/>
                  <a:pt x="57" y="29"/>
                  <a:pt x="55" y="30"/>
                </a:cubicBezTo>
                <a:close/>
                <a:moveTo>
                  <a:pt x="160" y="150"/>
                </a:moveTo>
                <a:cubicBezTo>
                  <a:pt x="160" y="150"/>
                  <a:pt x="160" y="150"/>
                  <a:pt x="160" y="150"/>
                </a:cubicBezTo>
                <a:cubicBezTo>
                  <a:pt x="130" y="121"/>
                  <a:pt x="130" y="121"/>
                  <a:pt x="130" y="121"/>
                </a:cubicBezTo>
                <a:cubicBezTo>
                  <a:pt x="135" y="115"/>
                  <a:pt x="139" y="109"/>
                  <a:pt x="142" y="102"/>
                </a:cubicBezTo>
                <a:cubicBezTo>
                  <a:pt x="145" y="93"/>
                  <a:pt x="147" y="84"/>
                  <a:pt x="147" y="74"/>
                </a:cubicBezTo>
                <a:cubicBezTo>
                  <a:pt x="147" y="64"/>
                  <a:pt x="145" y="55"/>
                  <a:pt x="142" y="46"/>
                </a:cubicBezTo>
                <a:cubicBezTo>
                  <a:pt x="142" y="46"/>
                  <a:pt x="142" y="46"/>
                  <a:pt x="142" y="46"/>
                </a:cubicBezTo>
                <a:cubicBezTo>
                  <a:pt x="138" y="37"/>
                  <a:pt x="133" y="29"/>
                  <a:pt x="126" y="22"/>
                </a:cubicBezTo>
                <a:cubicBezTo>
                  <a:pt x="126" y="22"/>
                  <a:pt x="126" y="22"/>
                  <a:pt x="126" y="22"/>
                </a:cubicBezTo>
                <a:cubicBezTo>
                  <a:pt x="119" y="15"/>
                  <a:pt x="111" y="10"/>
                  <a:pt x="102" y="6"/>
                </a:cubicBezTo>
                <a:cubicBezTo>
                  <a:pt x="93" y="2"/>
                  <a:pt x="84" y="0"/>
                  <a:pt x="74" y="0"/>
                </a:cubicBezTo>
                <a:cubicBezTo>
                  <a:pt x="53" y="0"/>
                  <a:pt x="35" y="8"/>
                  <a:pt x="21" y="22"/>
                </a:cubicBezTo>
                <a:cubicBezTo>
                  <a:pt x="15" y="29"/>
                  <a:pt x="9" y="37"/>
                  <a:pt x="6" y="46"/>
                </a:cubicBezTo>
                <a:cubicBezTo>
                  <a:pt x="2" y="55"/>
                  <a:pt x="0" y="64"/>
                  <a:pt x="0" y="74"/>
                </a:cubicBezTo>
                <a:cubicBezTo>
                  <a:pt x="0" y="84"/>
                  <a:pt x="2" y="93"/>
                  <a:pt x="5" y="102"/>
                </a:cubicBezTo>
                <a:cubicBezTo>
                  <a:pt x="6" y="102"/>
                  <a:pt x="6" y="102"/>
                  <a:pt x="6" y="102"/>
                </a:cubicBezTo>
                <a:cubicBezTo>
                  <a:pt x="9" y="111"/>
                  <a:pt x="15" y="119"/>
                  <a:pt x="21" y="126"/>
                </a:cubicBezTo>
                <a:cubicBezTo>
                  <a:pt x="22" y="126"/>
                  <a:pt x="22" y="126"/>
                  <a:pt x="22" y="126"/>
                </a:cubicBezTo>
                <a:cubicBezTo>
                  <a:pt x="28" y="133"/>
                  <a:pt x="36" y="138"/>
                  <a:pt x="45" y="142"/>
                </a:cubicBezTo>
                <a:cubicBezTo>
                  <a:pt x="45" y="142"/>
                  <a:pt x="45" y="142"/>
                  <a:pt x="45" y="142"/>
                </a:cubicBezTo>
                <a:cubicBezTo>
                  <a:pt x="45" y="142"/>
                  <a:pt x="45" y="142"/>
                  <a:pt x="45" y="142"/>
                </a:cubicBezTo>
                <a:cubicBezTo>
                  <a:pt x="54" y="146"/>
                  <a:pt x="64" y="148"/>
                  <a:pt x="74" y="148"/>
                </a:cubicBezTo>
                <a:cubicBezTo>
                  <a:pt x="84" y="148"/>
                  <a:pt x="93" y="146"/>
                  <a:pt x="102" y="142"/>
                </a:cubicBezTo>
                <a:cubicBezTo>
                  <a:pt x="109" y="139"/>
                  <a:pt x="115" y="135"/>
                  <a:pt x="121" y="131"/>
                </a:cubicBezTo>
                <a:cubicBezTo>
                  <a:pt x="150" y="160"/>
                  <a:pt x="150" y="160"/>
                  <a:pt x="150" y="160"/>
                </a:cubicBezTo>
                <a:cubicBezTo>
                  <a:pt x="153" y="163"/>
                  <a:pt x="157" y="163"/>
                  <a:pt x="160" y="160"/>
                </a:cubicBezTo>
                <a:cubicBezTo>
                  <a:pt x="162" y="157"/>
                  <a:pt x="162" y="153"/>
                  <a:pt x="160" y="150"/>
                </a:cubicBezTo>
                <a:close/>
                <a:moveTo>
                  <a:pt x="116" y="117"/>
                </a:moveTo>
                <a:cubicBezTo>
                  <a:pt x="116" y="117"/>
                  <a:pt x="116" y="117"/>
                  <a:pt x="116" y="117"/>
                </a:cubicBezTo>
                <a:cubicBezTo>
                  <a:pt x="116" y="117"/>
                  <a:pt x="116" y="117"/>
                  <a:pt x="116" y="117"/>
                </a:cubicBezTo>
                <a:cubicBezTo>
                  <a:pt x="111" y="122"/>
                  <a:pt x="104" y="127"/>
                  <a:pt x="97" y="130"/>
                </a:cubicBezTo>
                <a:cubicBezTo>
                  <a:pt x="90" y="133"/>
                  <a:pt x="82" y="134"/>
                  <a:pt x="74" y="134"/>
                </a:cubicBezTo>
                <a:cubicBezTo>
                  <a:pt x="65" y="134"/>
                  <a:pt x="58" y="133"/>
                  <a:pt x="51" y="130"/>
                </a:cubicBezTo>
                <a:cubicBezTo>
                  <a:pt x="51" y="130"/>
                  <a:pt x="51" y="130"/>
                  <a:pt x="51" y="130"/>
                </a:cubicBezTo>
                <a:cubicBezTo>
                  <a:pt x="43" y="127"/>
                  <a:pt x="37" y="122"/>
                  <a:pt x="31" y="117"/>
                </a:cubicBezTo>
                <a:cubicBezTo>
                  <a:pt x="31" y="117"/>
                  <a:pt x="31" y="117"/>
                  <a:pt x="31" y="117"/>
                </a:cubicBezTo>
                <a:cubicBezTo>
                  <a:pt x="31" y="117"/>
                  <a:pt x="31" y="117"/>
                  <a:pt x="31" y="117"/>
                </a:cubicBezTo>
                <a:cubicBezTo>
                  <a:pt x="26" y="111"/>
                  <a:pt x="21" y="104"/>
                  <a:pt x="18" y="97"/>
                </a:cubicBezTo>
                <a:cubicBezTo>
                  <a:pt x="18" y="97"/>
                  <a:pt x="18" y="97"/>
                  <a:pt x="18" y="97"/>
                </a:cubicBezTo>
                <a:cubicBezTo>
                  <a:pt x="15" y="90"/>
                  <a:pt x="13" y="82"/>
                  <a:pt x="13" y="74"/>
                </a:cubicBezTo>
                <a:cubicBezTo>
                  <a:pt x="13" y="66"/>
                  <a:pt x="15" y="58"/>
                  <a:pt x="18" y="51"/>
                </a:cubicBezTo>
                <a:cubicBezTo>
                  <a:pt x="21" y="44"/>
                  <a:pt x="26" y="37"/>
                  <a:pt x="31" y="31"/>
                </a:cubicBezTo>
                <a:cubicBezTo>
                  <a:pt x="42" y="21"/>
                  <a:pt x="57" y="14"/>
                  <a:pt x="74" y="14"/>
                </a:cubicBezTo>
                <a:cubicBezTo>
                  <a:pt x="82" y="14"/>
                  <a:pt x="90" y="15"/>
                  <a:pt x="97" y="18"/>
                </a:cubicBezTo>
                <a:cubicBezTo>
                  <a:pt x="104" y="21"/>
                  <a:pt x="111" y="26"/>
                  <a:pt x="116" y="31"/>
                </a:cubicBezTo>
                <a:cubicBezTo>
                  <a:pt x="117" y="32"/>
                  <a:pt x="117" y="32"/>
                  <a:pt x="117" y="32"/>
                </a:cubicBezTo>
                <a:cubicBezTo>
                  <a:pt x="122" y="37"/>
                  <a:pt x="126" y="44"/>
                  <a:pt x="129" y="51"/>
                </a:cubicBezTo>
                <a:cubicBezTo>
                  <a:pt x="129" y="51"/>
                  <a:pt x="129" y="51"/>
                  <a:pt x="129" y="51"/>
                </a:cubicBezTo>
                <a:cubicBezTo>
                  <a:pt x="132" y="58"/>
                  <a:pt x="134" y="66"/>
                  <a:pt x="134" y="74"/>
                </a:cubicBezTo>
                <a:cubicBezTo>
                  <a:pt x="134" y="82"/>
                  <a:pt x="132" y="90"/>
                  <a:pt x="129" y="97"/>
                </a:cubicBezTo>
                <a:cubicBezTo>
                  <a:pt x="126" y="104"/>
                  <a:pt x="122" y="111"/>
                  <a:pt x="116" y="117"/>
                </a:cubicBezTo>
                <a:close/>
                <a:moveTo>
                  <a:pt x="117" y="70"/>
                </a:moveTo>
                <a:cubicBezTo>
                  <a:pt x="117" y="70"/>
                  <a:pt x="117" y="70"/>
                  <a:pt x="117" y="70"/>
                </a:cubicBezTo>
                <a:cubicBezTo>
                  <a:pt x="115" y="70"/>
                  <a:pt x="113" y="72"/>
                  <a:pt x="113" y="74"/>
                </a:cubicBezTo>
                <a:cubicBezTo>
                  <a:pt x="113" y="79"/>
                  <a:pt x="112" y="84"/>
                  <a:pt x="110" y="89"/>
                </a:cubicBezTo>
                <a:cubicBezTo>
                  <a:pt x="110" y="89"/>
                  <a:pt x="110" y="89"/>
                  <a:pt x="110" y="89"/>
                </a:cubicBezTo>
                <a:cubicBezTo>
                  <a:pt x="108" y="94"/>
                  <a:pt x="105" y="98"/>
                  <a:pt x="102" y="102"/>
                </a:cubicBezTo>
                <a:cubicBezTo>
                  <a:pt x="98" y="106"/>
                  <a:pt x="94" y="109"/>
                  <a:pt x="89" y="111"/>
                </a:cubicBezTo>
                <a:cubicBezTo>
                  <a:pt x="84" y="113"/>
                  <a:pt x="79" y="114"/>
                  <a:pt x="74" y="114"/>
                </a:cubicBezTo>
                <a:cubicBezTo>
                  <a:pt x="71" y="114"/>
                  <a:pt x="70" y="115"/>
                  <a:pt x="70" y="118"/>
                </a:cubicBezTo>
                <a:cubicBezTo>
                  <a:pt x="70" y="120"/>
                  <a:pt x="71" y="122"/>
                  <a:pt x="74" y="122"/>
                </a:cubicBezTo>
                <a:cubicBezTo>
                  <a:pt x="80" y="122"/>
                  <a:pt x="86" y="120"/>
                  <a:pt x="92" y="118"/>
                </a:cubicBezTo>
                <a:cubicBezTo>
                  <a:pt x="98" y="116"/>
                  <a:pt x="103" y="112"/>
                  <a:pt x="107" y="108"/>
                </a:cubicBezTo>
                <a:cubicBezTo>
                  <a:pt x="112" y="103"/>
                  <a:pt x="115" y="98"/>
                  <a:pt x="118" y="92"/>
                </a:cubicBezTo>
                <a:cubicBezTo>
                  <a:pt x="118" y="92"/>
                  <a:pt x="118" y="92"/>
                  <a:pt x="118" y="92"/>
                </a:cubicBezTo>
                <a:cubicBezTo>
                  <a:pt x="120" y="86"/>
                  <a:pt x="121" y="80"/>
                  <a:pt x="121" y="74"/>
                </a:cubicBezTo>
                <a:cubicBezTo>
                  <a:pt x="121" y="72"/>
                  <a:pt x="120" y="70"/>
                  <a:pt x="117" y="7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1" name="Freeform 11"/>
          <p:cNvSpPr>
            <a:spLocks noEditPoints="1"/>
          </p:cNvSpPr>
          <p:nvPr/>
        </p:nvSpPr>
        <p:spPr bwMode="auto">
          <a:xfrm>
            <a:off x="6084764" y="2046842"/>
            <a:ext cx="246418" cy="313076"/>
          </a:xfrm>
          <a:custGeom>
            <a:avLst/>
            <a:gdLst>
              <a:gd name="T0" fmla="*/ 104 w 139"/>
              <a:gd name="T1" fmla="*/ 99 h 177"/>
              <a:gd name="T2" fmla="*/ 91 w 139"/>
              <a:gd name="T3" fmla="*/ 160 h 177"/>
              <a:gd name="T4" fmla="*/ 133 w 139"/>
              <a:gd name="T5" fmla="*/ 164 h 177"/>
              <a:gd name="T6" fmla="*/ 133 w 139"/>
              <a:gd name="T7" fmla="*/ 177 h 177"/>
              <a:gd name="T8" fmla="*/ 0 w 139"/>
              <a:gd name="T9" fmla="*/ 170 h 177"/>
              <a:gd name="T10" fmla="*/ 51 w 139"/>
              <a:gd name="T11" fmla="*/ 164 h 177"/>
              <a:gd name="T12" fmla="*/ 81 w 139"/>
              <a:gd name="T13" fmla="*/ 151 h 177"/>
              <a:gd name="T14" fmla="*/ 10 w 139"/>
              <a:gd name="T15" fmla="*/ 147 h 177"/>
              <a:gd name="T16" fmla="*/ 10 w 139"/>
              <a:gd name="T17" fmla="*/ 139 h 177"/>
              <a:gd name="T18" fmla="*/ 94 w 139"/>
              <a:gd name="T19" fmla="*/ 120 h 177"/>
              <a:gd name="T20" fmla="*/ 84 w 139"/>
              <a:gd name="T21" fmla="*/ 92 h 177"/>
              <a:gd name="T22" fmla="*/ 69 w 139"/>
              <a:gd name="T23" fmla="*/ 94 h 177"/>
              <a:gd name="T24" fmla="*/ 53 w 139"/>
              <a:gd name="T25" fmla="*/ 113 h 177"/>
              <a:gd name="T26" fmla="*/ 46 w 139"/>
              <a:gd name="T27" fmla="*/ 117 h 177"/>
              <a:gd name="T28" fmla="*/ 24 w 139"/>
              <a:gd name="T29" fmla="*/ 109 h 177"/>
              <a:gd name="T30" fmla="*/ 26 w 139"/>
              <a:gd name="T31" fmla="*/ 97 h 177"/>
              <a:gd name="T32" fmla="*/ 21 w 139"/>
              <a:gd name="T33" fmla="*/ 89 h 177"/>
              <a:gd name="T34" fmla="*/ 63 w 139"/>
              <a:gd name="T35" fmla="*/ 24 h 177"/>
              <a:gd name="T36" fmla="*/ 67 w 139"/>
              <a:gd name="T37" fmla="*/ 26 h 177"/>
              <a:gd name="T38" fmla="*/ 69 w 139"/>
              <a:gd name="T39" fmla="*/ 14 h 177"/>
              <a:gd name="T40" fmla="*/ 76 w 139"/>
              <a:gd name="T41" fmla="*/ 2 h 177"/>
              <a:gd name="T42" fmla="*/ 109 w 139"/>
              <a:gd name="T43" fmla="*/ 29 h 177"/>
              <a:gd name="T44" fmla="*/ 96 w 139"/>
              <a:gd name="T45" fmla="*/ 30 h 177"/>
              <a:gd name="T46" fmla="*/ 94 w 139"/>
              <a:gd name="T47" fmla="*/ 42 h 177"/>
              <a:gd name="T48" fmla="*/ 87 w 139"/>
              <a:gd name="T49" fmla="*/ 63 h 177"/>
              <a:gd name="T50" fmla="*/ 92 w 139"/>
              <a:gd name="T51" fmla="*/ 81 h 177"/>
              <a:gd name="T52" fmla="*/ 89 w 139"/>
              <a:gd name="T53" fmla="*/ 26 h 177"/>
              <a:gd name="T54" fmla="*/ 74 w 139"/>
              <a:gd name="T55" fmla="*/ 30 h 177"/>
              <a:gd name="T56" fmla="*/ 89 w 139"/>
              <a:gd name="T57" fmla="*/ 26 h 177"/>
              <a:gd name="T58" fmla="*/ 80 w 139"/>
              <a:gd name="T59" fmla="*/ 59 h 177"/>
              <a:gd name="T60" fmla="*/ 62 w 139"/>
              <a:gd name="T61" fmla="*/ 33 h 177"/>
              <a:gd name="T62" fmla="*/ 54 w 139"/>
              <a:gd name="T63" fmla="*/ 104 h 177"/>
              <a:gd name="T64" fmla="*/ 56 w 139"/>
              <a:gd name="T65" fmla="*/ 76 h 177"/>
              <a:gd name="T66" fmla="*/ 62 w 139"/>
              <a:gd name="T67" fmla="*/ 63 h 177"/>
              <a:gd name="T68" fmla="*/ 82 w 139"/>
              <a:gd name="T69" fmla="*/ 69 h 177"/>
              <a:gd name="T70" fmla="*/ 67 w 139"/>
              <a:gd name="T71" fmla="*/ 69 h 177"/>
              <a:gd name="T72" fmla="*/ 67 w 139"/>
              <a:gd name="T73" fmla="*/ 69 h 177"/>
              <a:gd name="T74" fmla="*/ 75 w 139"/>
              <a:gd name="T75" fmla="*/ 86 h 177"/>
              <a:gd name="T76" fmla="*/ 82 w 139"/>
              <a:gd name="T77" fmla="*/ 83 h 177"/>
              <a:gd name="T78" fmla="*/ 82 w 139"/>
              <a:gd name="T79" fmla="*/ 69 h 177"/>
              <a:gd name="T80" fmla="*/ 33 w 139"/>
              <a:gd name="T81" fmla="*/ 101 h 177"/>
              <a:gd name="T82" fmla="*/ 31 w 139"/>
              <a:gd name="T83" fmla="*/ 104 h 177"/>
              <a:gd name="T84" fmla="*/ 42 w 139"/>
              <a:gd name="T85" fmla="*/ 106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39" h="177">
                <a:moveTo>
                  <a:pt x="92" y="81"/>
                </a:moveTo>
                <a:cubicBezTo>
                  <a:pt x="97" y="87"/>
                  <a:pt x="101" y="92"/>
                  <a:pt x="104" y="99"/>
                </a:cubicBezTo>
                <a:cubicBezTo>
                  <a:pt x="106" y="106"/>
                  <a:pt x="108" y="113"/>
                  <a:pt x="108" y="120"/>
                </a:cubicBezTo>
                <a:cubicBezTo>
                  <a:pt x="108" y="136"/>
                  <a:pt x="101" y="150"/>
                  <a:pt x="91" y="160"/>
                </a:cubicBezTo>
                <a:cubicBezTo>
                  <a:pt x="90" y="162"/>
                  <a:pt x="89" y="163"/>
                  <a:pt x="88" y="164"/>
                </a:cubicBezTo>
                <a:cubicBezTo>
                  <a:pt x="133" y="164"/>
                  <a:pt x="133" y="164"/>
                  <a:pt x="133" y="164"/>
                </a:cubicBezTo>
                <a:cubicBezTo>
                  <a:pt x="136" y="164"/>
                  <a:pt x="139" y="167"/>
                  <a:pt x="139" y="170"/>
                </a:cubicBezTo>
                <a:cubicBezTo>
                  <a:pt x="139" y="174"/>
                  <a:pt x="136" y="177"/>
                  <a:pt x="133" y="177"/>
                </a:cubicBezTo>
                <a:cubicBezTo>
                  <a:pt x="91" y="177"/>
                  <a:pt x="49" y="177"/>
                  <a:pt x="7" y="177"/>
                </a:cubicBezTo>
                <a:cubicBezTo>
                  <a:pt x="3" y="177"/>
                  <a:pt x="0" y="174"/>
                  <a:pt x="0" y="170"/>
                </a:cubicBezTo>
                <a:cubicBezTo>
                  <a:pt x="0" y="167"/>
                  <a:pt x="3" y="164"/>
                  <a:pt x="7" y="164"/>
                </a:cubicBezTo>
                <a:cubicBezTo>
                  <a:pt x="51" y="164"/>
                  <a:pt x="51" y="164"/>
                  <a:pt x="51" y="164"/>
                </a:cubicBezTo>
                <a:cubicBezTo>
                  <a:pt x="51" y="164"/>
                  <a:pt x="51" y="164"/>
                  <a:pt x="51" y="164"/>
                </a:cubicBezTo>
                <a:cubicBezTo>
                  <a:pt x="63" y="164"/>
                  <a:pt x="74" y="159"/>
                  <a:pt x="81" y="151"/>
                </a:cubicBezTo>
                <a:cubicBezTo>
                  <a:pt x="83" y="150"/>
                  <a:pt x="84" y="148"/>
                  <a:pt x="85" y="147"/>
                </a:cubicBezTo>
                <a:cubicBezTo>
                  <a:pt x="10" y="147"/>
                  <a:pt x="10" y="147"/>
                  <a:pt x="10" y="147"/>
                </a:cubicBezTo>
                <a:cubicBezTo>
                  <a:pt x="8" y="147"/>
                  <a:pt x="6" y="145"/>
                  <a:pt x="6" y="143"/>
                </a:cubicBezTo>
                <a:cubicBezTo>
                  <a:pt x="6" y="141"/>
                  <a:pt x="8" y="139"/>
                  <a:pt x="10" y="139"/>
                </a:cubicBezTo>
                <a:cubicBezTo>
                  <a:pt x="90" y="139"/>
                  <a:pt x="90" y="139"/>
                  <a:pt x="90" y="139"/>
                </a:cubicBezTo>
                <a:cubicBezTo>
                  <a:pt x="93" y="133"/>
                  <a:pt x="94" y="127"/>
                  <a:pt x="94" y="120"/>
                </a:cubicBezTo>
                <a:cubicBezTo>
                  <a:pt x="94" y="114"/>
                  <a:pt x="93" y="109"/>
                  <a:pt x="91" y="104"/>
                </a:cubicBezTo>
                <a:cubicBezTo>
                  <a:pt x="89" y="100"/>
                  <a:pt x="87" y="96"/>
                  <a:pt x="84" y="92"/>
                </a:cubicBezTo>
                <a:cubicBezTo>
                  <a:pt x="81" y="94"/>
                  <a:pt x="78" y="94"/>
                  <a:pt x="75" y="94"/>
                </a:cubicBezTo>
                <a:cubicBezTo>
                  <a:pt x="73" y="94"/>
                  <a:pt x="71" y="94"/>
                  <a:pt x="69" y="94"/>
                </a:cubicBezTo>
                <a:cubicBezTo>
                  <a:pt x="59" y="111"/>
                  <a:pt x="59" y="111"/>
                  <a:pt x="59" y="111"/>
                </a:cubicBezTo>
                <a:cubicBezTo>
                  <a:pt x="58" y="113"/>
                  <a:pt x="55" y="114"/>
                  <a:pt x="53" y="113"/>
                </a:cubicBezTo>
                <a:cubicBezTo>
                  <a:pt x="50" y="111"/>
                  <a:pt x="50" y="111"/>
                  <a:pt x="50" y="111"/>
                </a:cubicBezTo>
                <a:cubicBezTo>
                  <a:pt x="46" y="117"/>
                  <a:pt x="46" y="117"/>
                  <a:pt x="46" y="117"/>
                </a:cubicBezTo>
                <a:cubicBezTo>
                  <a:pt x="45" y="119"/>
                  <a:pt x="42" y="119"/>
                  <a:pt x="40" y="118"/>
                </a:cubicBezTo>
                <a:cubicBezTo>
                  <a:pt x="24" y="109"/>
                  <a:pt x="24" y="109"/>
                  <a:pt x="24" y="109"/>
                </a:cubicBezTo>
                <a:cubicBezTo>
                  <a:pt x="22" y="108"/>
                  <a:pt x="21" y="105"/>
                  <a:pt x="22" y="103"/>
                </a:cubicBezTo>
                <a:cubicBezTo>
                  <a:pt x="26" y="97"/>
                  <a:pt x="26" y="97"/>
                  <a:pt x="26" y="97"/>
                </a:cubicBezTo>
                <a:cubicBezTo>
                  <a:pt x="22" y="95"/>
                  <a:pt x="22" y="95"/>
                  <a:pt x="22" y="95"/>
                </a:cubicBezTo>
                <a:cubicBezTo>
                  <a:pt x="20" y="94"/>
                  <a:pt x="20" y="91"/>
                  <a:pt x="21" y="89"/>
                </a:cubicBezTo>
                <a:cubicBezTo>
                  <a:pt x="57" y="26"/>
                  <a:pt x="57" y="26"/>
                  <a:pt x="57" y="26"/>
                </a:cubicBezTo>
                <a:cubicBezTo>
                  <a:pt x="58" y="24"/>
                  <a:pt x="61" y="23"/>
                  <a:pt x="63" y="24"/>
                </a:cubicBezTo>
                <a:cubicBezTo>
                  <a:pt x="63" y="24"/>
                  <a:pt x="63" y="24"/>
                  <a:pt x="63" y="24"/>
                </a:cubicBezTo>
                <a:cubicBezTo>
                  <a:pt x="67" y="26"/>
                  <a:pt x="67" y="26"/>
                  <a:pt x="67" y="26"/>
                </a:cubicBezTo>
                <a:cubicBezTo>
                  <a:pt x="73" y="16"/>
                  <a:pt x="73" y="16"/>
                  <a:pt x="73" y="16"/>
                </a:cubicBezTo>
                <a:cubicBezTo>
                  <a:pt x="69" y="14"/>
                  <a:pt x="69" y="14"/>
                  <a:pt x="69" y="14"/>
                </a:cubicBezTo>
                <a:cubicBezTo>
                  <a:pt x="66" y="12"/>
                  <a:pt x="65" y="8"/>
                  <a:pt x="66" y="5"/>
                </a:cubicBezTo>
                <a:cubicBezTo>
                  <a:pt x="68" y="1"/>
                  <a:pt x="72" y="0"/>
                  <a:pt x="76" y="2"/>
                </a:cubicBezTo>
                <a:cubicBezTo>
                  <a:pt x="86" y="8"/>
                  <a:pt x="96" y="14"/>
                  <a:pt x="107" y="20"/>
                </a:cubicBezTo>
                <a:cubicBezTo>
                  <a:pt x="110" y="22"/>
                  <a:pt x="111" y="26"/>
                  <a:pt x="109" y="29"/>
                </a:cubicBezTo>
                <a:cubicBezTo>
                  <a:pt x="107" y="33"/>
                  <a:pt x="103" y="34"/>
                  <a:pt x="100" y="32"/>
                </a:cubicBezTo>
                <a:cubicBezTo>
                  <a:pt x="96" y="30"/>
                  <a:pt x="96" y="30"/>
                  <a:pt x="96" y="30"/>
                </a:cubicBezTo>
                <a:cubicBezTo>
                  <a:pt x="90" y="40"/>
                  <a:pt x="90" y="40"/>
                  <a:pt x="90" y="40"/>
                </a:cubicBezTo>
                <a:cubicBezTo>
                  <a:pt x="94" y="42"/>
                  <a:pt x="94" y="42"/>
                  <a:pt x="94" y="42"/>
                </a:cubicBezTo>
                <a:cubicBezTo>
                  <a:pt x="96" y="43"/>
                  <a:pt x="97" y="46"/>
                  <a:pt x="96" y="48"/>
                </a:cubicBezTo>
                <a:cubicBezTo>
                  <a:pt x="87" y="63"/>
                  <a:pt x="87" y="63"/>
                  <a:pt x="87" y="63"/>
                </a:cubicBezTo>
                <a:cubicBezTo>
                  <a:pt x="91" y="66"/>
                  <a:pt x="93" y="71"/>
                  <a:pt x="93" y="76"/>
                </a:cubicBezTo>
                <a:cubicBezTo>
                  <a:pt x="93" y="78"/>
                  <a:pt x="93" y="80"/>
                  <a:pt x="92" y="81"/>
                </a:cubicBezTo>
                <a:close/>
                <a:moveTo>
                  <a:pt x="89" y="26"/>
                </a:moveTo>
                <a:cubicBezTo>
                  <a:pt x="89" y="26"/>
                  <a:pt x="89" y="26"/>
                  <a:pt x="89" y="26"/>
                </a:cubicBezTo>
                <a:cubicBezTo>
                  <a:pt x="86" y="24"/>
                  <a:pt x="83" y="22"/>
                  <a:pt x="80" y="20"/>
                </a:cubicBezTo>
                <a:cubicBezTo>
                  <a:pt x="74" y="30"/>
                  <a:pt x="74" y="30"/>
                  <a:pt x="74" y="30"/>
                </a:cubicBezTo>
                <a:cubicBezTo>
                  <a:pt x="83" y="36"/>
                  <a:pt x="83" y="36"/>
                  <a:pt x="83" y="36"/>
                </a:cubicBezTo>
                <a:cubicBezTo>
                  <a:pt x="89" y="26"/>
                  <a:pt x="89" y="26"/>
                  <a:pt x="89" y="26"/>
                </a:cubicBezTo>
                <a:close/>
                <a:moveTo>
                  <a:pt x="80" y="59"/>
                </a:moveTo>
                <a:cubicBezTo>
                  <a:pt x="80" y="59"/>
                  <a:pt x="80" y="59"/>
                  <a:pt x="80" y="59"/>
                </a:cubicBezTo>
                <a:cubicBezTo>
                  <a:pt x="87" y="47"/>
                  <a:pt x="87" y="47"/>
                  <a:pt x="87" y="47"/>
                </a:cubicBezTo>
                <a:cubicBezTo>
                  <a:pt x="78" y="43"/>
                  <a:pt x="70" y="38"/>
                  <a:pt x="62" y="33"/>
                </a:cubicBezTo>
                <a:cubicBezTo>
                  <a:pt x="30" y="90"/>
                  <a:pt x="30" y="90"/>
                  <a:pt x="30" y="90"/>
                </a:cubicBezTo>
                <a:cubicBezTo>
                  <a:pt x="38" y="94"/>
                  <a:pt x="46" y="99"/>
                  <a:pt x="54" y="104"/>
                </a:cubicBezTo>
                <a:cubicBezTo>
                  <a:pt x="62" y="90"/>
                  <a:pt x="62" y="90"/>
                  <a:pt x="62" y="90"/>
                </a:cubicBezTo>
                <a:cubicBezTo>
                  <a:pt x="58" y="86"/>
                  <a:pt x="56" y="81"/>
                  <a:pt x="56" y="76"/>
                </a:cubicBezTo>
                <a:cubicBezTo>
                  <a:pt x="56" y="71"/>
                  <a:pt x="58" y="66"/>
                  <a:pt x="62" y="63"/>
                </a:cubicBezTo>
                <a:cubicBezTo>
                  <a:pt x="62" y="63"/>
                  <a:pt x="62" y="63"/>
                  <a:pt x="62" y="63"/>
                </a:cubicBezTo>
                <a:cubicBezTo>
                  <a:pt x="67" y="58"/>
                  <a:pt x="73" y="57"/>
                  <a:pt x="80" y="59"/>
                </a:cubicBezTo>
                <a:close/>
                <a:moveTo>
                  <a:pt x="82" y="69"/>
                </a:moveTo>
                <a:cubicBezTo>
                  <a:pt x="82" y="69"/>
                  <a:pt x="82" y="69"/>
                  <a:pt x="82" y="69"/>
                </a:cubicBezTo>
                <a:cubicBezTo>
                  <a:pt x="78" y="65"/>
                  <a:pt x="71" y="65"/>
                  <a:pt x="67" y="69"/>
                </a:cubicBezTo>
                <a:cubicBezTo>
                  <a:pt x="67" y="69"/>
                  <a:pt x="67" y="69"/>
                  <a:pt x="67" y="69"/>
                </a:cubicBezTo>
                <a:cubicBezTo>
                  <a:pt x="67" y="69"/>
                  <a:pt x="67" y="69"/>
                  <a:pt x="67" y="69"/>
                </a:cubicBezTo>
                <a:cubicBezTo>
                  <a:pt x="65" y="71"/>
                  <a:pt x="64" y="73"/>
                  <a:pt x="64" y="76"/>
                </a:cubicBezTo>
                <a:cubicBezTo>
                  <a:pt x="64" y="82"/>
                  <a:pt x="69" y="86"/>
                  <a:pt x="75" y="86"/>
                </a:cubicBezTo>
                <a:cubicBezTo>
                  <a:pt x="77" y="86"/>
                  <a:pt x="80" y="85"/>
                  <a:pt x="82" y="83"/>
                </a:cubicBezTo>
                <a:cubicBezTo>
                  <a:pt x="82" y="83"/>
                  <a:pt x="82" y="83"/>
                  <a:pt x="82" y="83"/>
                </a:cubicBezTo>
                <a:cubicBezTo>
                  <a:pt x="84" y="81"/>
                  <a:pt x="85" y="79"/>
                  <a:pt x="85" y="76"/>
                </a:cubicBezTo>
                <a:cubicBezTo>
                  <a:pt x="85" y="73"/>
                  <a:pt x="84" y="71"/>
                  <a:pt x="82" y="69"/>
                </a:cubicBezTo>
                <a:cubicBezTo>
                  <a:pt x="82" y="69"/>
                  <a:pt x="82" y="69"/>
                  <a:pt x="82" y="69"/>
                </a:cubicBezTo>
                <a:close/>
                <a:moveTo>
                  <a:pt x="33" y="101"/>
                </a:moveTo>
                <a:cubicBezTo>
                  <a:pt x="33" y="101"/>
                  <a:pt x="33" y="101"/>
                  <a:pt x="33" y="101"/>
                </a:cubicBezTo>
                <a:cubicBezTo>
                  <a:pt x="31" y="104"/>
                  <a:pt x="31" y="104"/>
                  <a:pt x="31" y="104"/>
                </a:cubicBezTo>
                <a:cubicBezTo>
                  <a:pt x="41" y="109"/>
                  <a:pt x="41" y="109"/>
                  <a:pt x="41" y="109"/>
                </a:cubicBezTo>
                <a:cubicBezTo>
                  <a:pt x="42" y="106"/>
                  <a:pt x="42" y="106"/>
                  <a:pt x="42" y="106"/>
                </a:cubicBezTo>
                <a:cubicBezTo>
                  <a:pt x="33" y="101"/>
                  <a:pt x="33" y="101"/>
                  <a:pt x="33" y="101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2" name="Freeform 12"/>
          <p:cNvSpPr>
            <a:spLocks noEditPoints="1"/>
          </p:cNvSpPr>
          <p:nvPr/>
        </p:nvSpPr>
        <p:spPr bwMode="auto">
          <a:xfrm>
            <a:off x="4464895" y="2050257"/>
            <a:ext cx="214210" cy="307834"/>
          </a:xfrm>
          <a:custGeom>
            <a:avLst/>
            <a:gdLst>
              <a:gd name="T0" fmla="*/ 3 w 121"/>
              <a:gd name="T1" fmla="*/ 119 h 174"/>
              <a:gd name="T2" fmla="*/ 23 w 121"/>
              <a:gd name="T3" fmla="*/ 115 h 174"/>
              <a:gd name="T4" fmla="*/ 38 w 121"/>
              <a:gd name="T5" fmla="*/ 74 h 174"/>
              <a:gd name="T6" fmla="*/ 38 w 121"/>
              <a:gd name="T7" fmla="*/ 74 h 174"/>
              <a:gd name="T8" fmla="*/ 38 w 121"/>
              <a:gd name="T9" fmla="*/ 29 h 174"/>
              <a:gd name="T10" fmla="*/ 54 w 121"/>
              <a:gd name="T11" fmla="*/ 21 h 174"/>
              <a:gd name="T12" fmla="*/ 60 w 121"/>
              <a:gd name="T13" fmla="*/ 0 h 174"/>
              <a:gd name="T14" fmla="*/ 67 w 121"/>
              <a:gd name="T15" fmla="*/ 21 h 174"/>
              <a:gd name="T16" fmla="*/ 92 w 121"/>
              <a:gd name="T17" fmla="*/ 51 h 174"/>
              <a:gd name="T18" fmla="*/ 82 w 121"/>
              <a:gd name="T19" fmla="*/ 74 h 174"/>
              <a:gd name="T20" fmla="*/ 98 w 121"/>
              <a:gd name="T21" fmla="*/ 115 h 174"/>
              <a:gd name="T22" fmla="*/ 117 w 121"/>
              <a:gd name="T23" fmla="*/ 119 h 174"/>
              <a:gd name="T24" fmla="*/ 102 w 121"/>
              <a:gd name="T25" fmla="*/ 124 h 174"/>
              <a:gd name="T26" fmla="*/ 116 w 121"/>
              <a:gd name="T27" fmla="*/ 159 h 174"/>
              <a:gd name="T28" fmla="*/ 120 w 121"/>
              <a:gd name="T29" fmla="*/ 168 h 174"/>
              <a:gd name="T30" fmla="*/ 113 w 121"/>
              <a:gd name="T31" fmla="*/ 171 h 174"/>
              <a:gd name="T32" fmla="*/ 108 w 121"/>
              <a:gd name="T33" fmla="*/ 162 h 174"/>
              <a:gd name="T34" fmla="*/ 87 w 121"/>
              <a:gd name="T35" fmla="*/ 124 h 174"/>
              <a:gd name="T36" fmla="*/ 67 w 121"/>
              <a:gd name="T37" fmla="*/ 129 h 174"/>
              <a:gd name="T38" fmla="*/ 54 w 121"/>
              <a:gd name="T39" fmla="*/ 129 h 174"/>
              <a:gd name="T40" fmla="*/ 34 w 121"/>
              <a:gd name="T41" fmla="*/ 124 h 174"/>
              <a:gd name="T42" fmla="*/ 13 w 121"/>
              <a:gd name="T43" fmla="*/ 162 h 174"/>
              <a:gd name="T44" fmla="*/ 8 w 121"/>
              <a:gd name="T45" fmla="*/ 171 h 174"/>
              <a:gd name="T46" fmla="*/ 1 w 121"/>
              <a:gd name="T47" fmla="*/ 168 h 174"/>
              <a:gd name="T48" fmla="*/ 5 w 121"/>
              <a:gd name="T49" fmla="*/ 159 h 174"/>
              <a:gd name="T50" fmla="*/ 19 w 121"/>
              <a:gd name="T51" fmla="*/ 124 h 174"/>
              <a:gd name="T52" fmla="*/ 54 w 121"/>
              <a:gd name="T53" fmla="*/ 115 h 174"/>
              <a:gd name="T54" fmla="*/ 54 w 121"/>
              <a:gd name="T55" fmla="*/ 110 h 174"/>
              <a:gd name="T56" fmla="*/ 67 w 121"/>
              <a:gd name="T57" fmla="*/ 110 h 174"/>
              <a:gd name="T58" fmla="*/ 83 w 121"/>
              <a:gd name="T59" fmla="*/ 115 h 174"/>
              <a:gd name="T60" fmla="*/ 54 w 121"/>
              <a:gd name="T61" fmla="*/ 82 h 174"/>
              <a:gd name="T62" fmla="*/ 54 w 121"/>
              <a:gd name="T63" fmla="*/ 115 h 174"/>
              <a:gd name="T64" fmla="*/ 73 w 121"/>
              <a:gd name="T65" fmla="*/ 39 h 174"/>
              <a:gd name="T66" fmla="*/ 48 w 121"/>
              <a:gd name="T67" fmla="*/ 39 h 174"/>
              <a:gd name="T68" fmla="*/ 48 w 121"/>
              <a:gd name="T69" fmla="*/ 64 h 174"/>
              <a:gd name="T70" fmla="*/ 68 w 121"/>
              <a:gd name="T71" fmla="*/ 68 h 174"/>
              <a:gd name="T72" fmla="*/ 73 w 121"/>
              <a:gd name="T73" fmla="*/ 64 h 174"/>
              <a:gd name="T74" fmla="*/ 73 w 121"/>
              <a:gd name="T75" fmla="*/ 39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21" h="174">
                <a:moveTo>
                  <a:pt x="8" y="124"/>
                </a:moveTo>
                <a:cubicBezTo>
                  <a:pt x="5" y="124"/>
                  <a:pt x="3" y="122"/>
                  <a:pt x="3" y="119"/>
                </a:cubicBezTo>
                <a:cubicBezTo>
                  <a:pt x="3" y="117"/>
                  <a:pt x="5" y="115"/>
                  <a:pt x="8" y="115"/>
                </a:cubicBezTo>
                <a:cubicBezTo>
                  <a:pt x="23" y="115"/>
                  <a:pt x="23" y="115"/>
                  <a:pt x="23" y="115"/>
                </a:cubicBezTo>
                <a:cubicBezTo>
                  <a:pt x="42" y="77"/>
                  <a:pt x="42" y="77"/>
                  <a:pt x="42" y="77"/>
                </a:cubicBezTo>
                <a:cubicBezTo>
                  <a:pt x="41" y="76"/>
                  <a:pt x="40" y="75"/>
                  <a:pt x="38" y="74"/>
                </a:cubicBezTo>
                <a:cubicBezTo>
                  <a:pt x="38" y="74"/>
                  <a:pt x="38" y="74"/>
                  <a:pt x="38" y="74"/>
                </a:cubicBezTo>
                <a:cubicBezTo>
                  <a:pt x="38" y="74"/>
                  <a:pt x="38" y="74"/>
                  <a:pt x="38" y="74"/>
                </a:cubicBezTo>
                <a:cubicBezTo>
                  <a:pt x="33" y="68"/>
                  <a:pt x="29" y="60"/>
                  <a:pt x="29" y="51"/>
                </a:cubicBezTo>
                <a:cubicBezTo>
                  <a:pt x="29" y="43"/>
                  <a:pt x="33" y="35"/>
                  <a:pt x="38" y="29"/>
                </a:cubicBezTo>
                <a:cubicBezTo>
                  <a:pt x="39" y="29"/>
                  <a:pt x="39" y="29"/>
                  <a:pt x="39" y="29"/>
                </a:cubicBezTo>
                <a:cubicBezTo>
                  <a:pt x="43" y="25"/>
                  <a:pt x="48" y="22"/>
                  <a:pt x="54" y="21"/>
                </a:cubicBezTo>
                <a:cubicBezTo>
                  <a:pt x="54" y="7"/>
                  <a:pt x="54" y="7"/>
                  <a:pt x="54" y="7"/>
                </a:cubicBezTo>
                <a:cubicBezTo>
                  <a:pt x="54" y="3"/>
                  <a:pt x="57" y="0"/>
                  <a:pt x="60" y="0"/>
                </a:cubicBezTo>
                <a:cubicBezTo>
                  <a:pt x="64" y="0"/>
                  <a:pt x="67" y="3"/>
                  <a:pt x="67" y="7"/>
                </a:cubicBezTo>
                <a:cubicBezTo>
                  <a:pt x="67" y="21"/>
                  <a:pt x="67" y="21"/>
                  <a:pt x="67" y="21"/>
                </a:cubicBezTo>
                <a:cubicBezTo>
                  <a:pt x="73" y="22"/>
                  <a:pt x="78" y="25"/>
                  <a:pt x="82" y="29"/>
                </a:cubicBezTo>
                <a:cubicBezTo>
                  <a:pt x="88" y="35"/>
                  <a:pt x="92" y="43"/>
                  <a:pt x="92" y="51"/>
                </a:cubicBezTo>
                <a:cubicBezTo>
                  <a:pt x="92" y="60"/>
                  <a:pt x="88" y="68"/>
                  <a:pt x="82" y="74"/>
                </a:cubicBezTo>
                <a:cubicBezTo>
                  <a:pt x="82" y="74"/>
                  <a:pt x="82" y="74"/>
                  <a:pt x="82" y="74"/>
                </a:cubicBezTo>
                <a:cubicBezTo>
                  <a:pt x="81" y="75"/>
                  <a:pt x="80" y="76"/>
                  <a:pt x="79" y="77"/>
                </a:cubicBezTo>
                <a:cubicBezTo>
                  <a:pt x="98" y="115"/>
                  <a:pt x="98" y="115"/>
                  <a:pt x="98" y="115"/>
                </a:cubicBezTo>
                <a:cubicBezTo>
                  <a:pt x="113" y="115"/>
                  <a:pt x="113" y="115"/>
                  <a:pt x="113" y="115"/>
                </a:cubicBezTo>
                <a:cubicBezTo>
                  <a:pt x="116" y="115"/>
                  <a:pt x="117" y="117"/>
                  <a:pt x="117" y="119"/>
                </a:cubicBezTo>
                <a:cubicBezTo>
                  <a:pt x="117" y="122"/>
                  <a:pt x="116" y="124"/>
                  <a:pt x="113" y="124"/>
                </a:cubicBezTo>
                <a:cubicBezTo>
                  <a:pt x="102" y="124"/>
                  <a:pt x="102" y="124"/>
                  <a:pt x="102" y="124"/>
                </a:cubicBezTo>
                <a:cubicBezTo>
                  <a:pt x="116" y="153"/>
                  <a:pt x="116" y="153"/>
                  <a:pt x="116" y="153"/>
                </a:cubicBezTo>
                <a:cubicBezTo>
                  <a:pt x="117" y="155"/>
                  <a:pt x="117" y="157"/>
                  <a:pt x="116" y="159"/>
                </a:cubicBezTo>
                <a:cubicBezTo>
                  <a:pt x="117" y="162"/>
                  <a:pt x="117" y="162"/>
                  <a:pt x="117" y="162"/>
                </a:cubicBezTo>
                <a:cubicBezTo>
                  <a:pt x="120" y="168"/>
                  <a:pt x="120" y="168"/>
                  <a:pt x="120" y="168"/>
                </a:cubicBezTo>
                <a:cubicBezTo>
                  <a:pt x="121" y="170"/>
                  <a:pt x="120" y="172"/>
                  <a:pt x="118" y="173"/>
                </a:cubicBezTo>
                <a:cubicBezTo>
                  <a:pt x="116" y="174"/>
                  <a:pt x="114" y="173"/>
                  <a:pt x="113" y="171"/>
                </a:cubicBezTo>
                <a:cubicBezTo>
                  <a:pt x="110" y="165"/>
                  <a:pt x="110" y="165"/>
                  <a:pt x="110" y="165"/>
                </a:cubicBezTo>
                <a:cubicBezTo>
                  <a:pt x="108" y="162"/>
                  <a:pt x="108" y="162"/>
                  <a:pt x="108" y="162"/>
                </a:cubicBezTo>
                <a:cubicBezTo>
                  <a:pt x="106" y="162"/>
                  <a:pt x="104" y="160"/>
                  <a:pt x="103" y="158"/>
                </a:cubicBezTo>
                <a:cubicBezTo>
                  <a:pt x="87" y="124"/>
                  <a:pt x="87" y="124"/>
                  <a:pt x="87" y="124"/>
                </a:cubicBezTo>
                <a:cubicBezTo>
                  <a:pt x="67" y="124"/>
                  <a:pt x="67" y="124"/>
                  <a:pt x="67" y="124"/>
                </a:cubicBezTo>
                <a:cubicBezTo>
                  <a:pt x="67" y="129"/>
                  <a:pt x="67" y="129"/>
                  <a:pt x="67" y="129"/>
                </a:cubicBezTo>
                <a:cubicBezTo>
                  <a:pt x="67" y="132"/>
                  <a:pt x="64" y="136"/>
                  <a:pt x="60" y="136"/>
                </a:cubicBezTo>
                <a:cubicBezTo>
                  <a:pt x="57" y="136"/>
                  <a:pt x="54" y="132"/>
                  <a:pt x="54" y="129"/>
                </a:cubicBezTo>
                <a:cubicBezTo>
                  <a:pt x="54" y="124"/>
                  <a:pt x="54" y="124"/>
                  <a:pt x="54" y="124"/>
                </a:cubicBezTo>
                <a:cubicBezTo>
                  <a:pt x="34" y="124"/>
                  <a:pt x="34" y="124"/>
                  <a:pt x="34" y="124"/>
                </a:cubicBezTo>
                <a:cubicBezTo>
                  <a:pt x="17" y="158"/>
                  <a:pt x="17" y="158"/>
                  <a:pt x="17" y="158"/>
                </a:cubicBezTo>
                <a:cubicBezTo>
                  <a:pt x="16" y="160"/>
                  <a:pt x="15" y="162"/>
                  <a:pt x="13" y="162"/>
                </a:cubicBezTo>
                <a:cubicBezTo>
                  <a:pt x="11" y="165"/>
                  <a:pt x="11" y="165"/>
                  <a:pt x="11" y="165"/>
                </a:cubicBezTo>
                <a:cubicBezTo>
                  <a:pt x="8" y="171"/>
                  <a:pt x="8" y="171"/>
                  <a:pt x="8" y="171"/>
                </a:cubicBezTo>
                <a:cubicBezTo>
                  <a:pt x="7" y="173"/>
                  <a:pt x="5" y="174"/>
                  <a:pt x="3" y="173"/>
                </a:cubicBezTo>
                <a:cubicBezTo>
                  <a:pt x="1" y="172"/>
                  <a:pt x="0" y="170"/>
                  <a:pt x="1" y="168"/>
                </a:cubicBezTo>
                <a:cubicBezTo>
                  <a:pt x="4" y="162"/>
                  <a:pt x="4" y="162"/>
                  <a:pt x="4" y="162"/>
                </a:cubicBezTo>
                <a:cubicBezTo>
                  <a:pt x="5" y="159"/>
                  <a:pt x="5" y="159"/>
                  <a:pt x="5" y="159"/>
                </a:cubicBezTo>
                <a:cubicBezTo>
                  <a:pt x="4" y="157"/>
                  <a:pt x="4" y="155"/>
                  <a:pt x="5" y="153"/>
                </a:cubicBezTo>
                <a:cubicBezTo>
                  <a:pt x="19" y="124"/>
                  <a:pt x="19" y="124"/>
                  <a:pt x="19" y="124"/>
                </a:cubicBezTo>
                <a:cubicBezTo>
                  <a:pt x="8" y="124"/>
                  <a:pt x="8" y="124"/>
                  <a:pt x="8" y="124"/>
                </a:cubicBezTo>
                <a:close/>
                <a:moveTo>
                  <a:pt x="54" y="115"/>
                </a:moveTo>
                <a:cubicBezTo>
                  <a:pt x="54" y="115"/>
                  <a:pt x="54" y="115"/>
                  <a:pt x="54" y="115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4" y="107"/>
                  <a:pt x="57" y="103"/>
                  <a:pt x="60" y="103"/>
                </a:cubicBezTo>
                <a:cubicBezTo>
                  <a:pt x="64" y="103"/>
                  <a:pt x="67" y="107"/>
                  <a:pt x="67" y="110"/>
                </a:cubicBezTo>
                <a:cubicBezTo>
                  <a:pt x="67" y="115"/>
                  <a:pt x="67" y="115"/>
                  <a:pt x="67" y="115"/>
                </a:cubicBezTo>
                <a:cubicBezTo>
                  <a:pt x="83" y="115"/>
                  <a:pt x="83" y="115"/>
                  <a:pt x="83" y="115"/>
                </a:cubicBezTo>
                <a:cubicBezTo>
                  <a:pt x="67" y="82"/>
                  <a:pt x="67" y="82"/>
                  <a:pt x="67" y="82"/>
                </a:cubicBezTo>
                <a:cubicBezTo>
                  <a:pt x="63" y="83"/>
                  <a:pt x="58" y="83"/>
                  <a:pt x="54" y="82"/>
                </a:cubicBezTo>
                <a:cubicBezTo>
                  <a:pt x="38" y="115"/>
                  <a:pt x="38" y="115"/>
                  <a:pt x="38" y="115"/>
                </a:cubicBezTo>
                <a:cubicBezTo>
                  <a:pt x="54" y="115"/>
                  <a:pt x="54" y="115"/>
                  <a:pt x="54" y="115"/>
                </a:cubicBezTo>
                <a:close/>
                <a:moveTo>
                  <a:pt x="73" y="39"/>
                </a:moveTo>
                <a:cubicBezTo>
                  <a:pt x="73" y="39"/>
                  <a:pt x="73" y="39"/>
                  <a:pt x="73" y="39"/>
                </a:cubicBezTo>
                <a:cubicBezTo>
                  <a:pt x="66" y="32"/>
                  <a:pt x="55" y="32"/>
                  <a:pt x="48" y="39"/>
                </a:cubicBezTo>
                <a:cubicBezTo>
                  <a:pt x="48" y="39"/>
                  <a:pt x="48" y="39"/>
                  <a:pt x="48" y="39"/>
                </a:cubicBezTo>
                <a:cubicBezTo>
                  <a:pt x="45" y="42"/>
                  <a:pt x="43" y="47"/>
                  <a:pt x="43" y="51"/>
                </a:cubicBezTo>
                <a:cubicBezTo>
                  <a:pt x="43" y="56"/>
                  <a:pt x="45" y="61"/>
                  <a:pt x="48" y="64"/>
                </a:cubicBezTo>
                <a:cubicBezTo>
                  <a:pt x="53" y="69"/>
                  <a:pt x="61" y="71"/>
                  <a:pt x="67" y="68"/>
                </a:cubicBezTo>
                <a:cubicBezTo>
                  <a:pt x="68" y="68"/>
                  <a:pt x="68" y="68"/>
                  <a:pt x="68" y="68"/>
                </a:cubicBezTo>
                <a:cubicBezTo>
                  <a:pt x="69" y="67"/>
                  <a:pt x="71" y="66"/>
                  <a:pt x="73" y="64"/>
                </a:cubicBezTo>
                <a:cubicBezTo>
                  <a:pt x="73" y="64"/>
                  <a:pt x="73" y="64"/>
                  <a:pt x="73" y="64"/>
                </a:cubicBezTo>
                <a:cubicBezTo>
                  <a:pt x="76" y="61"/>
                  <a:pt x="78" y="56"/>
                  <a:pt x="78" y="51"/>
                </a:cubicBezTo>
                <a:cubicBezTo>
                  <a:pt x="78" y="47"/>
                  <a:pt x="76" y="42"/>
                  <a:pt x="73" y="39"/>
                </a:cubicBezTo>
                <a:cubicBezTo>
                  <a:pt x="73" y="39"/>
                  <a:pt x="73" y="39"/>
                  <a:pt x="73" y="39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3" name="Freeform 13"/>
          <p:cNvSpPr>
            <a:spLocks noEditPoints="1"/>
          </p:cNvSpPr>
          <p:nvPr/>
        </p:nvSpPr>
        <p:spPr bwMode="auto">
          <a:xfrm>
            <a:off x="1100223" y="2059245"/>
            <a:ext cx="349030" cy="289858"/>
          </a:xfrm>
          <a:custGeom>
            <a:avLst/>
            <a:gdLst>
              <a:gd name="T0" fmla="*/ 111 w 197"/>
              <a:gd name="T1" fmla="*/ 11 h 164"/>
              <a:gd name="T2" fmla="*/ 0 w 197"/>
              <a:gd name="T3" fmla="*/ 15 h 164"/>
              <a:gd name="T4" fmla="*/ 105 w 197"/>
              <a:gd name="T5" fmla="*/ 164 h 164"/>
              <a:gd name="T6" fmla="*/ 136 w 197"/>
              <a:gd name="T7" fmla="*/ 159 h 164"/>
              <a:gd name="T8" fmla="*/ 196 w 197"/>
              <a:gd name="T9" fmla="*/ 142 h 164"/>
              <a:gd name="T10" fmla="*/ 52 w 197"/>
              <a:gd name="T11" fmla="*/ 150 h 164"/>
              <a:gd name="T12" fmla="*/ 52 w 197"/>
              <a:gd name="T13" fmla="*/ 22 h 164"/>
              <a:gd name="T14" fmla="*/ 99 w 197"/>
              <a:gd name="T15" fmla="*/ 150 h 164"/>
              <a:gd name="T16" fmla="*/ 99 w 197"/>
              <a:gd name="T17" fmla="*/ 22 h 164"/>
              <a:gd name="T18" fmla="*/ 147 w 197"/>
              <a:gd name="T19" fmla="*/ 149 h 164"/>
              <a:gd name="T20" fmla="*/ 181 w 197"/>
              <a:gd name="T21" fmla="*/ 139 h 164"/>
              <a:gd name="T22" fmla="*/ 23 w 197"/>
              <a:gd name="T23" fmla="*/ 133 h 164"/>
              <a:gd name="T24" fmla="*/ 42 w 197"/>
              <a:gd name="T25" fmla="*/ 134 h 164"/>
              <a:gd name="T26" fmla="*/ 43 w 197"/>
              <a:gd name="T27" fmla="*/ 114 h 164"/>
              <a:gd name="T28" fmla="*/ 23 w 197"/>
              <a:gd name="T29" fmla="*/ 114 h 164"/>
              <a:gd name="T30" fmla="*/ 29 w 197"/>
              <a:gd name="T31" fmla="*/ 120 h 164"/>
              <a:gd name="T32" fmla="*/ 37 w 197"/>
              <a:gd name="T33" fmla="*/ 120 h 164"/>
              <a:gd name="T34" fmla="*/ 37 w 197"/>
              <a:gd name="T35" fmla="*/ 128 h 164"/>
              <a:gd name="T36" fmla="*/ 29 w 197"/>
              <a:gd name="T37" fmla="*/ 127 h 164"/>
              <a:gd name="T38" fmla="*/ 32 w 197"/>
              <a:gd name="T39" fmla="*/ 91 h 164"/>
              <a:gd name="T40" fmla="*/ 36 w 197"/>
              <a:gd name="T41" fmla="*/ 38 h 164"/>
              <a:gd name="T42" fmla="*/ 28 w 197"/>
              <a:gd name="T43" fmla="*/ 87 h 164"/>
              <a:gd name="T44" fmla="*/ 134 w 197"/>
              <a:gd name="T45" fmla="*/ 31 h 164"/>
              <a:gd name="T46" fmla="*/ 149 w 197"/>
              <a:gd name="T47" fmla="*/ 86 h 164"/>
              <a:gd name="T48" fmla="*/ 134 w 197"/>
              <a:gd name="T49" fmla="*/ 31 h 164"/>
              <a:gd name="T50" fmla="*/ 69 w 197"/>
              <a:gd name="T51" fmla="*/ 133 h 164"/>
              <a:gd name="T52" fmla="*/ 88 w 197"/>
              <a:gd name="T53" fmla="*/ 133 h 164"/>
              <a:gd name="T54" fmla="*/ 79 w 197"/>
              <a:gd name="T55" fmla="*/ 110 h 164"/>
              <a:gd name="T56" fmla="*/ 65 w 197"/>
              <a:gd name="T57" fmla="*/ 124 h 164"/>
              <a:gd name="T58" fmla="*/ 75 w 197"/>
              <a:gd name="T59" fmla="*/ 120 h 164"/>
              <a:gd name="T60" fmla="*/ 82 w 197"/>
              <a:gd name="T61" fmla="*/ 120 h 164"/>
              <a:gd name="T62" fmla="*/ 82 w 197"/>
              <a:gd name="T63" fmla="*/ 128 h 164"/>
              <a:gd name="T64" fmla="*/ 74 w 197"/>
              <a:gd name="T65" fmla="*/ 127 h 164"/>
              <a:gd name="T66" fmla="*/ 81 w 197"/>
              <a:gd name="T67" fmla="*/ 91 h 164"/>
              <a:gd name="T68" fmla="*/ 85 w 197"/>
              <a:gd name="T69" fmla="*/ 38 h 164"/>
              <a:gd name="T70" fmla="*/ 77 w 197"/>
              <a:gd name="T71" fmla="*/ 87 h 164"/>
              <a:gd name="T72" fmla="*/ 148 w 197"/>
              <a:gd name="T73" fmla="*/ 109 h 164"/>
              <a:gd name="T74" fmla="*/ 148 w 197"/>
              <a:gd name="T75" fmla="*/ 128 h 164"/>
              <a:gd name="T76" fmla="*/ 167 w 197"/>
              <a:gd name="T77" fmla="*/ 128 h 164"/>
              <a:gd name="T78" fmla="*/ 168 w 197"/>
              <a:gd name="T79" fmla="*/ 109 h 164"/>
              <a:gd name="T80" fmla="*/ 158 w 197"/>
              <a:gd name="T81" fmla="*/ 105 h 164"/>
              <a:gd name="T82" fmla="*/ 154 w 197"/>
              <a:gd name="T83" fmla="*/ 114 h 164"/>
              <a:gd name="T84" fmla="*/ 163 w 197"/>
              <a:gd name="T85" fmla="*/ 118 h 164"/>
              <a:gd name="T86" fmla="*/ 154 w 197"/>
              <a:gd name="T87" fmla="*/ 122 h 164"/>
              <a:gd name="T88" fmla="*/ 154 w 197"/>
              <a:gd name="T89" fmla="*/ 11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97" h="164">
                <a:moveTo>
                  <a:pt x="159" y="6"/>
                </a:moveTo>
                <a:cubicBezTo>
                  <a:pt x="158" y="2"/>
                  <a:pt x="155" y="0"/>
                  <a:pt x="151" y="1"/>
                </a:cubicBezTo>
                <a:cubicBezTo>
                  <a:pt x="111" y="11"/>
                  <a:pt x="111" y="11"/>
                  <a:pt x="111" y="11"/>
                </a:cubicBezTo>
                <a:cubicBezTo>
                  <a:pt x="110" y="10"/>
                  <a:pt x="108" y="8"/>
                  <a:pt x="105" y="8"/>
                </a:cubicBezTo>
                <a:cubicBezTo>
                  <a:pt x="7" y="8"/>
                  <a:pt x="7" y="8"/>
                  <a:pt x="7" y="8"/>
                </a:cubicBezTo>
                <a:cubicBezTo>
                  <a:pt x="3" y="8"/>
                  <a:pt x="0" y="11"/>
                  <a:pt x="0" y="15"/>
                </a:cubicBezTo>
                <a:cubicBezTo>
                  <a:pt x="0" y="157"/>
                  <a:pt x="0" y="157"/>
                  <a:pt x="0" y="157"/>
                </a:cubicBezTo>
                <a:cubicBezTo>
                  <a:pt x="0" y="161"/>
                  <a:pt x="3" y="164"/>
                  <a:pt x="7" y="164"/>
                </a:cubicBezTo>
                <a:cubicBezTo>
                  <a:pt x="105" y="164"/>
                  <a:pt x="105" y="164"/>
                  <a:pt x="105" y="164"/>
                </a:cubicBezTo>
                <a:cubicBezTo>
                  <a:pt x="109" y="164"/>
                  <a:pt x="112" y="161"/>
                  <a:pt x="112" y="157"/>
                </a:cubicBezTo>
                <a:cubicBezTo>
                  <a:pt x="112" y="71"/>
                  <a:pt x="112" y="71"/>
                  <a:pt x="112" y="71"/>
                </a:cubicBezTo>
                <a:cubicBezTo>
                  <a:pt x="136" y="159"/>
                  <a:pt x="136" y="159"/>
                  <a:pt x="136" y="159"/>
                </a:cubicBezTo>
                <a:cubicBezTo>
                  <a:pt x="136" y="162"/>
                  <a:pt x="140" y="164"/>
                  <a:pt x="144" y="163"/>
                </a:cubicBezTo>
                <a:cubicBezTo>
                  <a:pt x="191" y="151"/>
                  <a:pt x="191" y="151"/>
                  <a:pt x="191" y="151"/>
                </a:cubicBezTo>
                <a:cubicBezTo>
                  <a:pt x="195" y="150"/>
                  <a:pt x="197" y="146"/>
                  <a:pt x="196" y="142"/>
                </a:cubicBezTo>
                <a:cubicBezTo>
                  <a:pt x="159" y="6"/>
                  <a:pt x="159" y="6"/>
                  <a:pt x="159" y="6"/>
                </a:cubicBezTo>
                <a:close/>
                <a:moveTo>
                  <a:pt x="52" y="150"/>
                </a:moveTo>
                <a:cubicBezTo>
                  <a:pt x="52" y="150"/>
                  <a:pt x="52" y="150"/>
                  <a:pt x="52" y="150"/>
                </a:cubicBezTo>
                <a:cubicBezTo>
                  <a:pt x="14" y="150"/>
                  <a:pt x="14" y="150"/>
                  <a:pt x="14" y="150"/>
                </a:cubicBezTo>
                <a:cubicBezTo>
                  <a:pt x="14" y="22"/>
                  <a:pt x="14" y="22"/>
                  <a:pt x="14" y="22"/>
                </a:cubicBezTo>
                <a:cubicBezTo>
                  <a:pt x="52" y="22"/>
                  <a:pt x="52" y="22"/>
                  <a:pt x="52" y="22"/>
                </a:cubicBezTo>
                <a:cubicBezTo>
                  <a:pt x="52" y="150"/>
                  <a:pt x="52" y="150"/>
                  <a:pt x="52" y="150"/>
                </a:cubicBezTo>
                <a:close/>
                <a:moveTo>
                  <a:pt x="99" y="150"/>
                </a:moveTo>
                <a:cubicBezTo>
                  <a:pt x="99" y="150"/>
                  <a:pt x="99" y="150"/>
                  <a:pt x="99" y="150"/>
                </a:cubicBezTo>
                <a:cubicBezTo>
                  <a:pt x="60" y="150"/>
                  <a:pt x="60" y="150"/>
                  <a:pt x="60" y="150"/>
                </a:cubicBezTo>
                <a:cubicBezTo>
                  <a:pt x="60" y="22"/>
                  <a:pt x="60" y="22"/>
                  <a:pt x="60" y="22"/>
                </a:cubicBezTo>
                <a:cubicBezTo>
                  <a:pt x="99" y="22"/>
                  <a:pt x="99" y="22"/>
                  <a:pt x="99" y="22"/>
                </a:cubicBezTo>
                <a:cubicBezTo>
                  <a:pt x="99" y="150"/>
                  <a:pt x="99" y="150"/>
                  <a:pt x="99" y="150"/>
                </a:cubicBezTo>
                <a:close/>
                <a:moveTo>
                  <a:pt x="147" y="149"/>
                </a:moveTo>
                <a:cubicBezTo>
                  <a:pt x="147" y="149"/>
                  <a:pt x="147" y="149"/>
                  <a:pt x="147" y="149"/>
                </a:cubicBezTo>
                <a:cubicBezTo>
                  <a:pt x="114" y="25"/>
                  <a:pt x="114" y="25"/>
                  <a:pt x="114" y="25"/>
                </a:cubicBezTo>
                <a:cubicBezTo>
                  <a:pt x="148" y="16"/>
                  <a:pt x="148" y="16"/>
                  <a:pt x="148" y="16"/>
                </a:cubicBezTo>
                <a:cubicBezTo>
                  <a:pt x="181" y="139"/>
                  <a:pt x="181" y="139"/>
                  <a:pt x="181" y="139"/>
                </a:cubicBezTo>
                <a:cubicBezTo>
                  <a:pt x="147" y="149"/>
                  <a:pt x="147" y="149"/>
                  <a:pt x="147" y="149"/>
                </a:cubicBezTo>
                <a:close/>
                <a:moveTo>
                  <a:pt x="23" y="133"/>
                </a:moveTo>
                <a:cubicBezTo>
                  <a:pt x="23" y="133"/>
                  <a:pt x="23" y="133"/>
                  <a:pt x="23" y="133"/>
                </a:cubicBezTo>
                <a:cubicBezTo>
                  <a:pt x="23" y="133"/>
                  <a:pt x="23" y="133"/>
                  <a:pt x="23" y="133"/>
                </a:cubicBezTo>
                <a:cubicBezTo>
                  <a:pt x="26" y="136"/>
                  <a:pt x="29" y="137"/>
                  <a:pt x="33" y="137"/>
                </a:cubicBezTo>
                <a:cubicBezTo>
                  <a:pt x="37" y="137"/>
                  <a:pt x="40" y="136"/>
                  <a:pt x="42" y="134"/>
                </a:cubicBezTo>
                <a:cubicBezTo>
                  <a:pt x="43" y="133"/>
                  <a:pt x="43" y="133"/>
                  <a:pt x="43" y="133"/>
                </a:cubicBezTo>
                <a:cubicBezTo>
                  <a:pt x="45" y="131"/>
                  <a:pt x="47" y="127"/>
                  <a:pt x="47" y="124"/>
                </a:cubicBezTo>
                <a:cubicBezTo>
                  <a:pt x="47" y="120"/>
                  <a:pt x="45" y="116"/>
                  <a:pt x="43" y="114"/>
                </a:cubicBezTo>
                <a:cubicBezTo>
                  <a:pt x="42" y="114"/>
                  <a:pt x="42" y="114"/>
                  <a:pt x="42" y="114"/>
                </a:cubicBezTo>
                <a:cubicBezTo>
                  <a:pt x="40" y="112"/>
                  <a:pt x="37" y="110"/>
                  <a:pt x="33" y="110"/>
                </a:cubicBezTo>
                <a:cubicBezTo>
                  <a:pt x="29" y="110"/>
                  <a:pt x="26" y="112"/>
                  <a:pt x="23" y="114"/>
                </a:cubicBezTo>
                <a:cubicBezTo>
                  <a:pt x="21" y="116"/>
                  <a:pt x="19" y="120"/>
                  <a:pt x="19" y="124"/>
                </a:cubicBezTo>
                <a:cubicBezTo>
                  <a:pt x="19" y="127"/>
                  <a:pt x="21" y="131"/>
                  <a:pt x="23" y="133"/>
                </a:cubicBezTo>
                <a:close/>
                <a:moveTo>
                  <a:pt x="29" y="120"/>
                </a:moveTo>
                <a:cubicBezTo>
                  <a:pt x="29" y="120"/>
                  <a:pt x="29" y="120"/>
                  <a:pt x="29" y="120"/>
                </a:cubicBezTo>
                <a:cubicBezTo>
                  <a:pt x="30" y="119"/>
                  <a:pt x="31" y="118"/>
                  <a:pt x="33" y="118"/>
                </a:cubicBezTo>
                <a:cubicBezTo>
                  <a:pt x="34" y="118"/>
                  <a:pt x="36" y="119"/>
                  <a:pt x="37" y="120"/>
                </a:cubicBezTo>
                <a:cubicBezTo>
                  <a:pt x="37" y="120"/>
                  <a:pt x="37" y="120"/>
                  <a:pt x="37" y="120"/>
                </a:cubicBezTo>
                <a:cubicBezTo>
                  <a:pt x="38" y="121"/>
                  <a:pt x="38" y="122"/>
                  <a:pt x="38" y="124"/>
                </a:cubicBezTo>
                <a:cubicBezTo>
                  <a:pt x="38" y="125"/>
                  <a:pt x="38" y="127"/>
                  <a:pt x="37" y="128"/>
                </a:cubicBezTo>
                <a:cubicBezTo>
                  <a:pt x="36" y="129"/>
                  <a:pt x="34" y="129"/>
                  <a:pt x="33" y="129"/>
                </a:cubicBezTo>
                <a:cubicBezTo>
                  <a:pt x="31" y="129"/>
                  <a:pt x="30" y="129"/>
                  <a:pt x="29" y="128"/>
                </a:cubicBezTo>
                <a:cubicBezTo>
                  <a:pt x="29" y="127"/>
                  <a:pt x="29" y="127"/>
                  <a:pt x="29" y="127"/>
                </a:cubicBezTo>
                <a:cubicBezTo>
                  <a:pt x="28" y="126"/>
                  <a:pt x="27" y="125"/>
                  <a:pt x="27" y="124"/>
                </a:cubicBezTo>
                <a:cubicBezTo>
                  <a:pt x="27" y="122"/>
                  <a:pt x="28" y="121"/>
                  <a:pt x="29" y="120"/>
                </a:cubicBezTo>
                <a:close/>
                <a:moveTo>
                  <a:pt x="32" y="91"/>
                </a:moveTo>
                <a:cubicBezTo>
                  <a:pt x="32" y="91"/>
                  <a:pt x="32" y="91"/>
                  <a:pt x="32" y="91"/>
                </a:cubicBezTo>
                <a:cubicBezTo>
                  <a:pt x="34" y="91"/>
                  <a:pt x="36" y="89"/>
                  <a:pt x="36" y="87"/>
                </a:cubicBezTo>
                <a:cubicBezTo>
                  <a:pt x="36" y="38"/>
                  <a:pt x="36" y="38"/>
                  <a:pt x="36" y="38"/>
                </a:cubicBezTo>
                <a:cubicBezTo>
                  <a:pt x="36" y="35"/>
                  <a:pt x="34" y="34"/>
                  <a:pt x="32" y="34"/>
                </a:cubicBezTo>
                <a:cubicBezTo>
                  <a:pt x="29" y="34"/>
                  <a:pt x="28" y="35"/>
                  <a:pt x="28" y="38"/>
                </a:cubicBezTo>
                <a:cubicBezTo>
                  <a:pt x="28" y="87"/>
                  <a:pt x="28" y="87"/>
                  <a:pt x="28" y="87"/>
                </a:cubicBezTo>
                <a:cubicBezTo>
                  <a:pt x="28" y="89"/>
                  <a:pt x="29" y="91"/>
                  <a:pt x="32" y="91"/>
                </a:cubicBezTo>
                <a:close/>
                <a:moveTo>
                  <a:pt x="134" y="31"/>
                </a:moveTo>
                <a:cubicBezTo>
                  <a:pt x="134" y="31"/>
                  <a:pt x="134" y="31"/>
                  <a:pt x="134" y="31"/>
                </a:cubicBezTo>
                <a:cubicBezTo>
                  <a:pt x="132" y="32"/>
                  <a:pt x="131" y="34"/>
                  <a:pt x="131" y="36"/>
                </a:cubicBezTo>
                <a:cubicBezTo>
                  <a:pt x="144" y="84"/>
                  <a:pt x="144" y="84"/>
                  <a:pt x="144" y="84"/>
                </a:cubicBezTo>
                <a:cubicBezTo>
                  <a:pt x="144" y="86"/>
                  <a:pt x="146" y="87"/>
                  <a:pt x="149" y="86"/>
                </a:cubicBezTo>
                <a:cubicBezTo>
                  <a:pt x="151" y="86"/>
                  <a:pt x="152" y="84"/>
                  <a:pt x="152" y="82"/>
                </a:cubicBezTo>
                <a:cubicBezTo>
                  <a:pt x="139" y="34"/>
                  <a:pt x="139" y="34"/>
                  <a:pt x="139" y="34"/>
                </a:cubicBezTo>
                <a:cubicBezTo>
                  <a:pt x="138" y="32"/>
                  <a:pt x="136" y="31"/>
                  <a:pt x="134" y="31"/>
                </a:cubicBezTo>
                <a:close/>
                <a:moveTo>
                  <a:pt x="69" y="133"/>
                </a:moveTo>
                <a:cubicBezTo>
                  <a:pt x="69" y="133"/>
                  <a:pt x="69" y="133"/>
                  <a:pt x="69" y="133"/>
                </a:cubicBezTo>
                <a:cubicBezTo>
                  <a:pt x="69" y="133"/>
                  <a:pt x="69" y="133"/>
                  <a:pt x="69" y="133"/>
                </a:cubicBezTo>
                <a:cubicBezTo>
                  <a:pt x="71" y="136"/>
                  <a:pt x="75" y="137"/>
                  <a:pt x="79" y="137"/>
                </a:cubicBezTo>
                <a:cubicBezTo>
                  <a:pt x="82" y="137"/>
                  <a:pt x="86" y="136"/>
                  <a:pt x="88" y="134"/>
                </a:cubicBezTo>
                <a:cubicBezTo>
                  <a:pt x="88" y="133"/>
                  <a:pt x="88" y="133"/>
                  <a:pt x="88" y="133"/>
                </a:cubicBezTo>
                <a:cubicBezTo>
                  <a:pt x="91" y="131"/>
                  <a:pt x="92" y="127"/>
                  <a:pt x="92" y="124"/>
                </a:cubicBezTo>
                <a:cubicBezTo>
                  <a:pt x="92" y="120"/>
                  <a:pt x="91" y="116"/>
                  <a:pt x="88" y="114"/>
                </a:cubicBezTo>
                <a:cubicBezTo>
                  <a:pt x="86" y="112"/>
                  <a:pt x="82" y="110"/>
                  <a:pt x="79" y="110"/>
                </a:cubicBezTo>
                <a:cubicBezTo>
                  <a:pt x="75" y="110"/>
                  <a:pt x="71" y="112"/>
                  <a:pt x="69" y="114"/>
                </a:cubicBezTo>
                <a:cubicBezTo>
                  <a:pt x="69" y="114"/>
                  <a:pt x="69" y="114"/>
                  <a:pt x="69" y="114"/>
                </a:cubicBezTo>
                <a:cubicBezTo>
                  <a:pt x="66" y="116"/>
                  <a:pt x="65" y="120"/>
                  <a:pt x="65" y="124"/>
                </a:cubicBezTo>
                <a:cubicBezTo>
                  <a:pt x="65" y="127"/>
                  <a:pt x="66" y="131"/>
                  <a:pt x="69" y="133"/>
                </a:cubicBezTo>
                <a:close/>
                <a:moveTo>
                  <a:pt x="75" y="120"/>
                </a:moveTo>
                <a:cubicBezTo>
                  <a:pt x="75" y="120"/>
                  <a:pt x="75" y="120"/>
                  <a:pt x="75" y="120"/>
                </a:cubicBezTo>
                <a:cubicBezTo>
                  <a:pt x="76" y="119"/>
                  <a:pt x="77" y="118"/>
                  <a:pt x="79" y="118"/>
                </a:cubicBezTo>
                <a:cubicBezTo>
                  <a:pt x="80" y="118"/>
                  <a:pt x="81" y="119"/>
                  <a:pt x="82" y="120"/>
                </a:cubicBezTo>
                <a:cubicBezTo>
                  <a:pt x="82" y="120"/>
                  <a:pt x="82" y="120"/>
                  <a:pt x="82" y="120"/>
                </a:cubicBezTo>
                <a:cubicBezTo>
                  <a:pt x="84" y="121"/>
                  <a:pt x="84" y="122"/>
                  <a:pt x="84" y="124"/>
                </a:cubicBezTo>
                <a:cubicBezTo>
                  <a:pt x="84" y="125"/>
                  <a:pt x="84" y="127"/>
                  <a:pt x="83" y="128"/>
                </a:cubicBezTo>
                <a:cubicBezTo>
                  <a:pt x="82" y="128"/>
                  <a:pt x="82" y="128"/>
                  <a:pt x="82" y="128"/>
                </a:cubicBezTo>
                <a:cubicBezTo>
                  <a:pt x="81" y="129"/>
                  <a:pt x="80" y="129"/>
                  <a:pt x="79" y="129"/>
                </a:cubicBezTo>
                <a:cubicBezTo>
                  <a:pt x="77" y="129"/>
                  <a:pt x="76" y="129"/>
                  <a:pt x="75" y="128"/>
                </a:cubicBezTo>
                <a:cubicBezTo>
                  <a:pt x="74" y="127"/>
                  <a:pt x="74" y="127"/>
                  <a:pt x="74" y="127"/>
                </a:cubicBezTo>
                <a:cubicBezTo>
                  <a:pt x="74" y="126"/>
                  <a:pt x="73" y="125"/>
                  <a:pt x="73" y="124"/>
                </a:cubicBezTo>
                <a:cubicBezTo>
                  <a:pt x="73" y="122"/>
                  <a:pt x="74" y="121"/>
                  <a:pt x="75" y="120"/>
                </a:cubicBezTo>
                <a:close/>
                <a:moveTo>
                  <a:pt x="81" y="91"/>
                </a:moveTo>
                <a:cubicBezTo>
                  <a:pt x="81" y="91"/>
                  <a:pt x="81" y="91"/>
                  <a:pt x="81" y="91"/>
                </a:cubicBezTo>
                <a:cubicBezTo>
                  <a:pt x="83" y="91"/>
                  <a:pt x="85" y="89"/>
                  <a:pt x="85" y="87"/>
                </a:cubicBezTo>
                <a:cubicBezTo>
                  <a:pt x="85" y="38"/>
                  <a:pt x="85" y="38"/>
                  <a:pt x="85" y="38"/>
                </a:cubicBezTo>
                <a:cubicBezTo>
                  <a:pt x="85" y="35"/>
                  <a:pt x="83" y="34"/>
                  <a:pt x="81" y="34"/>
                </a:cubicBezTo>
                <a:cubicBezTo>
                  <a:pt x="79" y="34"/>
                  <a:pt x="77" y="35"/>
                  <a:pt x="77" y="38"/>
                </a:cubicBezTo>
                <a:cubicBezTo>
                  <a:pt x="77" y="87"/>
                  <a:pt x="77" y="87"/>
                  <a:pt x="77" y="87"/>
                </a:cubicBezTo>
                <a:cubicBezTo>
                  <a:pt x="77" y="89"/>
                  <a:pt x="79" y="91"/>
                  <a:pt x="81" y="91"/>
                </a:cubicBezTo>
                <a:close/>
                <a:moveTo>
                  <a:pt x="148" y="109"/>
                </a:moveTo>
                <a:cubicBezTo>
                  <a:pt x="148" y="109"/>
                  <a:pt x="148" y="109"/>
                  <a:pt x="148" y="109"/>
                </a:cubicBezTo>
                <a:cubicBezTo>
                  <a:pt x="146" y="111"/>
                  <a:pt x="144" y="114"/>
                  <a:pt x="144" y="118"/>
                </a:cubicBezTo>
                <a:cubicBezTo>
                  <a:pt x="144" y="122"/>
                  <a:pt x="146" y="125"/>
                  <a:pt x="148" y="128"/>
                </a:cubicBezTo>
                <a:cubicBezTo>
                  <a:pt x="148" y="128"/>
                  <a:pt x="148" y="128"/>
                  <a:pt x="148" y="128"/>
                </a:cubicBezTo>
                <a:cubicBezTo>
                  <a:pt x="151" y="130"/>
                  <a:pt x="154" y="132"/>
                  <a:pt x="158" y="132"/>
                </a:cubicBezTo>
                <a:cubicBezTo>
                  <a:pt x="161" y="132"/>
                  <a:pt x="165" y="131"/>
                  <a:pt x="167" y="128"/>
                </a:cubicBezTo>
                <a:cubicBezTo>
                  <a:pt x="167" y="128"/>
                  <a:pt x="167" y="128"/>
                  <a:pt x="167" y="128"/>
                </a:cubicBezTo>
                <a:cubicBezTo>
                  <a:pt x="168" y="128"/>
                  <a:pt x="168" y="128"/>
                  <a:pt x="168" y="128"/>
                </a:cubicBezTo>
                <a:cubicBezTo>
                  <a:pt x="170" y="126"/>
                  <a:pt x="171" y="122"/>
                  <a:pt x="171" y="118"/>
                </a:cubicBezTo>
                <a:cubicBezTo>
                  <a:pt x="171" y="114"/>
                  <a:pt x="170" y="111"/>
                  <a:pt x="168" y="109"/>
                </a:cubicBezTo>
                <a:cubicBezTo>
                  <a:pt x="168" y="109"/>
                  <a:pt x="168" y="109"/>
                  <a:pt x="168" y="109"/>
                </a:cubicBezTo>
                <a:cubicBezTo>
                  <a:pt x="168" y="109"/>
                  <a:pt x="168" y="109"/>
                  <a:pt x="168" y="109"/>
                </a:cubicBezTo>
                <a:cubicBezTo>
                  <a:pt x="165" y="106"/>
                  <a:pt x="162" y="105"/>
                  <a:pt x="158" y="105"/>
                </a:cubicBezTo>
                <a:cubicBezTo>
                  <a:pt x="154" y="105"/>
                  <a:pt x="151" y="106"/>
                  <a:pt x="148" y="109"/>
                </a:cubicBezTo>
                <a:close/>
                <a:moveTo>
                  <a:pt x="154" y="114"/>
                </a:moveTo>
                <a:cubicBezTo>
                  <a:pt x="154" y="114"/>
                  <a:pt x="154" y="114"/>
                  <a:pt x="154" y="114"/>
                </a:cubicBezTo>
                <a:cubicBezTo>
                  <a:pt x="155" y="113"/>
                  <a:pt x="156" y="113"/>
                  <a:pt x="158" y="113"/>
                </a:cubicBezTo>
                <a:cubicBezTo>
                  <a:pt x="159" y="113"/>
                  <a:pt x="161" y="113"/>
                  <a:pt x="162" y="114"/>
                </a:cubicBezTo>
                <a:cubicBezTo>
                  <a:pt x="163" y="115"/>
                  <a:pt x="163" y="117"/>
                  <a:pt x="163" y="118"/>
                </a:cubicBezTo>
                <a:cubicBezTo>
                  <a:pt x="163" y="120"/>
                  <a:pt x="163" y="121"/>
                  <a:pt x="162" y="122"/>
                </a:cubicBezTo>
                <a:cubicBezTo>
                  <a:pt x="161" y="123"/>
                  <a:pt x="159" y="124"/>
                  <a:pt x="158" y="124"/>
                </a:cubicBezTo>
                <a:cubicBezTo>
                  <a:pt x="156" y="124"/>
                  <a:pt x="155" y="123"/>
                  <a:pt x="154" y="122"/>
                </a:cubicBezTo>
                <a:cubicBezTo>
                  <a:pt x="154" y="122"/>
                  <a:pt x="154" y="122"/>
                  <a:pt x="154" y="122"/>
                </a:cubicBezTo>
                <a:cubicBezTo>
                  <a:pt x="153" y="121"/>
                  <a:pt x="152" y="120"/>
                  <a:pt x="152" y="118"/>
                </a:cubicBezTo>
                <a:cubicBezTo>
                  <a:pt x="152" y="117"/>
                  <a:pt x="153" y="115"/>
                  <a:pt x="154" y="11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74" name="组合 73"/>
          <p:cNvGrpSpPr/>
          <p:nvPr/>
        </p:nvGrpSpPr>
        <p:grpSpPr>
          <a:xfrm>
            <a:off x="2167164" y="2571750"/>
            <a:ext cx="1512542" cy="1895740"/>
            <a:chOff x="522514" y="3027330"/>
            <a:chExt cx="1512542" cy="1440160"/>
          </a:xfrm>
        </p:grpSpPr>
        <p:sp>
          <p:nvSpPr>
            <p:cNvPr id="75" name="矩形 74"/>
            <p:cNvSpPr/>
            <p:nvPr/>
          </p:nvSpPr>
          <p:spPr>
            <a:xfrm>
              <a:off x="522514" y="3027330"/>
              <a:ext cx="1512542" cy="1440160"/>
            </a:xfrm>
            <a:prstGeom prst="rect">
              <a:avLst/>
            </a:prstGeom>
            <a:solidFill>
              <a:schemeClr val="bg1">
                <a:lumMod val="8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6" name="直接连接符 75"/>
            <p:cNvCxnSpPr/>
            <p:nvPr/>
          </p:nvCxnSpPr>
          <p:spPr>
            <a:xfrm>
              <a:off x="522514" y="3393953"/>
              <a:ext cx="1512542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组合 76"/>
          <p:cNvGrpSpPr/>
          <p:nvPr/>
        </p:nvGrpSpPr>
        <p:grpSpPr>
          <a:xfrm>
            <a:off x="3780064" y="2571750"/>
            <a:ext cx="1512542" cy="1895740"/>
            <a:chOff x="522514" y="3027330"/>
            <a:chExt cx="1512542" cy="1440160"/>
          </a:xfrm>
        </p:grpSpPr>
        <p:sp>
          <p:nvSpPr>
            <p:cNvPr id="78" name="矩形 77"/>
            <p:cNvSpPr/>
            <p:nvPr/>
          </p:nvSpPr>
          <p:spPr>
            <a:xfrm>
              <a:off x="522514" y="3027330"/>
              <a:ext cx="1512542" cy="1440160"/>
            </a:xfrm>
            <a:prstGeom prst="rect">
              <a:avLst/>
            </a:prstGeom>
            <a:solidFill>
              <a:schemeClr val="bg1">
                <a:lumMod val="8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9" name="直接连接符 78"/>
            <p:cNvCxnSpPr/>
            <p:nvPr/>
          </p:nvCxnSpPr>
          <p:spPr>
            <a:xfrm>
              <a:off x="522514" y="3393953"/>
              <a:ext cx="1512542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组合 79"/>
          <p:cNvGrpSpPr/>
          <p:nvPr/>
        </p:nvGrpSpPr>
        <p:grpSpPr>
          <a:xfrm>
            <a:off x="5475514" y="2571750"/>
            <a:ext cx="1512542" cy="1895740"/>
            <a:chOff x="522514" y="3027330"/>
            <a:chExt cx="1512542" cy="1440160"/>
          </a:xfrm>
        </p:grpSpPr>
        <p:sp>
          <p:nvSpPr>
            <p:cNvPr id="81" name="矩形 80"/>
            <p:cNvSpPr/>
            <p:nvPr/>
          </p:nvSpPr>
          <p:spPr>
            <a:xfrm>
              <a:off x="522514" y="3027330"/>
              <a:ext cx="1512542" cy="1440160"/>
            </a:xfrm>
            <a:prstGeom prst="rect">
              <a:avLst/>
            </a:prstGeom>
            <a:solidFill>
              <a:schemeClr val="bg1">
                <a:lumMod val="8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2" name="直接连接符 81"/>
            <p:cNvCxnSpPr/>
            <p:nvPr/>
          </p:nvCxnSpPr>
          <p:spPr>
            <a:xfrm>
              <a:off x="522514" y="3393953"/>
              <a:ext cx="1512542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组合 82"/>
          <p:cNvGrpSpPr/>
          <p:nvPr/>
        </p:nvGrpSpPr>
        <p:grpSpPr>
          <a:xfrm>
            <a:off x="7120164" y="2571750"/>
            <a:ext cx="1512542" cy="1895740"/>
            <a:chOff x="522514" y="3027330"/>
            <a:chExt cx="1512542" cy="1440160"/>
          </a:xfrm>
        </p:grpSpPr>
        <p:sp>
          <p:nvSpPr>
            <p:cNvPr id="84" name="矩形 83"/>
            <p:cNvSpPr/>
            <p:nvPr/>
          </p:nvSpPr>
          <p:spPr>
            <a:xfrm>
              <a:off x="522514" y="3027330"/>
              <a:ext cx="1512542" cy="1440160"/>
            </a:xfrm>
            <a:prstGeom prst="rect">
              <a:avLst/>
            </a:prstGeom>
            <a:solidFill>
              <a:schemeClr val="bg1">
                <a:lumMod val="8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5" name="直接连接符 84"/>
            <p:cNvCxnSpPr/>
            <p:nvPr/>
          </p:nvCxnSpPr>
          <p:spPr>
            <a:xfrm>
              <a:off x="522514" y="3393953"/>
              <a:ext cx="1512542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矩形 61"/>
          <p:cNvSpPr/>
          <p:nvPr/>
        </p:nvSpPr>
        <p:spPr>
          <a:xfrm>
            <a:off x="7471224" y="3111789"/>
            <a:ext cx="82586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问题评估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相关对策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研究总结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成绩与思考</a:t>
            </a:r>
            <a:endParaRPr lang="zh-CN" altLang="en-US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4248835" y="2667289"/>
            <a:ext cx="6463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实验组</a:t>
            </a:r>
            <a:endParaRPr lang="zh-CN" altLang="en-US" sz="1200" b="1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2596141" y="2667289"/>
            <a:ext cx="6463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对照组</a:t>
            </a:r>
            <a:endParaRPr lang="zh-CN" altLang="en-US" sz="1200" b="1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697527" y="2667289"/>
            <a:ext cx="113817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项目整体流程</a:t>
            </a:r>
            <a:endParaRPr lang="zh-CN" altLang="en-US" sz="1200" b="1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7099328" y="2667289"/>
            <a:ext cx="15696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相关建议与论文总结</a:t>
            </a:r>
            <a:endParaRPr lang="zh-CN" altLang="en-US" sz="1200" b="1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5737581" y="2667289"/>
            <a:ext cx="98777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结果及分析</a:t>
            </a:r>
            <a:endParaRPr lang="zh-CN" altLang="en-US" sz="1200" b="1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549793" y="3163960"/>
            <a:ext cx="1370330" cy="10147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测评指标选取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不同比例下的</a:t>
            </a: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结果</a:t>
            </a:r>
            <a:endParaRPr lang="zh-CN" altLang="en-US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  <a:p>
            <a:pPr indent="0">
              <a:lnSpc>
                <a:spcPct val="200000"/>
              </a:lnSpc>
              <a:buFont typeface="Wingdings" panose="05000000000000000000" pitchFamily="2" charset="2"/>
              <a:buNone/>
            </a:pP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51887" y="3054350"/>
            <a:ext cx="1029449" cy="12762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基线评估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单纯微调</a:t>
            </a:r>
            <a:endParaRPr lang="zh-CN" altLang="en-US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生成式重放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复合微调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341773" y="3163960"/>
            <a:ext cx="1255472" cy="968470"/>
          </a:xfrm>
          <a:prstGeom prst="rect">
            <a:avLst/>
          </a:prstGeom>
        </p:spPr>
        <p:txBody>
          <a:bodyPr wrap="none">
            <a:spAutoFit/>
          </a:bodyPr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模型和数据集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测试任务及流程</a:t>
            </a:r>
            <a:endParaRPr lang="zh-CN" altLang="en-US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微调过程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892443" y="3163960"/>
            <a:ext cx="1370330" cy="1014730"/>
          </a:xfrm>
          <a:prstGeom prst="rect">
            <a:avLst/>
          </a:prstGeom>
        </p:spPr>
        <p:txBody>
          <a:bodyPr wrap="none">
            <a:spAutoFit/>
          </a:bodyPr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数据集</a:t>
            </a: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清洗与处理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测试任务</a:t>
            </a:r>
            <a:endParaRPr lang="zh-CN" altLang="en-US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  <a:p>
            <a:pPr indent="0">
              <a:lnSpc>
                <a:spcPct val="200000"/>
              </a:lnSpc>
              <a:buFont typeface="Wingdings" panose="05000000000000000000" pitchFamily="2" charset="2"/>
              <a:buNone/>
            </a:pP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/>
          <p:cNvSpPr/>
          <p:nvPr/>
        </p:nvSpPr>
        <p:spPr>
          <a:xfrm>
            <a:off x="2050150" y="1987637"/>
            <a:ext cx="1801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n w="635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项目整体流程</a:t>
            </a:r>
            <a:endParaRPr lang="zh-CN" altLang="en-US" sz="2000" b="1" dirty="0">
              <a:ln w="6350"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259632" y="1707654"/>
            <a:ext cx="7905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4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01</a:t>
            </a:r>
            <a:endParaRPr lang="zh-CN" altLang="en-US" sz="44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0" y="2517744"/>
            <a:ext cx="9144000" cy="54006"/>
            <a:chOff x="2190216" y="0"/>
            <a:chExt cx="7128792" cy="108012"/>
          </a:xfrm>
        </p:grpSpPr>
        <p:sp>
          <p:nvSpPr>
            <p:cNvPr id="50" name="矩形 49"/>
            <p:cNvSpPr/>
            <p:nvPr/>
          </p:nvSpPr>
          <p:spPr>
            <a:xfrm>
              <a:off x="2190216" y="0"/>
              <a:ext cx="1188132" cy="108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3378348" y="0"/>
              <a:ext cx="1188132" cy="1080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 55"/>
            <p:cNvSpPr/>
            <p:nvPr/>
          </p:nvSpPr>
          <p:spPr>
            <a:xfrm>
              <a:off x="4566480" y="0"/>
              <a:ext cx="1188132" cy="108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矩形 56"/>
            <p:cNvSpPr/>
            <p:nvPr/>
          </p:nvSpPr>
          <p:spPr>
            <a:xfrm>
              <a:off x="5754612" y="0"/>
              <a:ext cx="1188132" cy="108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6942744" y="0"/>
              <a:ext cx="1188132" cy="10801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73"/>
            <p:cNvSpPr/>
            <p:nvPr/>
          </p:nvSpPr>
          <p:spPr>
            <a:xfrm>
              <a:off x="8130876" y="0"/>
              <a:ext cx="1188132" cy="108012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>
          <a:xfrm>
            <a:off x="2050150" y="2672345"/>
            <a:ext cx="1029449" cy="12762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基线评估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单纯微调</a:t>
            </a:r>
            <a:endParaRPr lang="zh-CN" altLang="en-US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生成式重放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复合微调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2" name="组合 6151"/>
          <p:cNvGrpSpPr>
            <a:grpSpLocks noChangeAspect="1"/>
          </p:cNvGrpSpPr>
          <p:nvPr/>
        </p:nvGrpSpPr>
        <p:grpSpPr>
          <a:xfrm>
            <a:off x="6214457" y="1654248"/>
            <a:ext cx="1980000" cy="1980000"/>
            <a:chOff x="1903413" y="1601788"/>
            <a:chExt cx="1949450" cy="1951038"/>
          </a:xfrm>
        </p:grpSpPr>
        <p:sp>
          <p:nvSpPr>
            <p:cNvPr id="28" name="Oval 6"/>
            <p:cNvSpPr>
              <a:spLocks noChangeArrowheads="1"/>
            </p:cNvSpPr>
            <p:nvPr/>
          </p:nvSpPr>
          <p:spPr bwMode="auto">
            <a:xfrm>
              <a:off x="1911350" y="1611313"/>
              <a:ext cx="1931987" cy="19319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Oval 7"/>
            <p:cNvSpPr>
              <a:spLocks noChangeArrowheads="1"/>
            </p:cNvSpPr>
            <p:nvPr/>
          </p:nvSpPr>
          <p:spPr bwMode="auto">
            <a:xfrm>
              <a:off x="2730500" y="2430463"/>
              <a:ext cx="295275" cy="29527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8"/>
            <p:cNvSpPr>
              <a:spLocks noEditPoints="1"/>
            </p:cNvSpPr>
            <p:nvPr/>
          </p:nvSpPr>
          <p:spPr bwMode="auto">
            <a:xfrm>
              <a:off x="1903413" y="1601788"/>
              <a:ext cx="1949450" cy="1951038"/>
            </a:xfrm>
            <a:custGeom>
              <a:avLst/>
              <a:gdLst>
                <a:gd name="T0" fmla="*/ 660 w 1320"/>
                <a:gd name="T1" fmla="*/ 0 h 1320"/>
                <a:gd name="T2" fmla="*/ 0 w 1320"/>
                <a:gd name="T3" fmla="*/ 660 h 1320"/>
                <a:gd name="T4" fmla="*/ 660 w 1320"/>
                <a:gd name="T5" fmla="*/ 1320 h 1320"/>
                <a:gd name="T6" fmla="*/ 1320 w 1320"/>
                <a:gd name="T7" fmla="*/ 660 h 1320"/>
                <a:gd name="T8" fmla="*/ 660 w 1320"/>
                <a:gd name="T9" fmla="*/ 0 h 1320"/>
                <a:gd name="T10" fmla="*/ 660 w 1320"/>
                <a:gd name="T11" fmla="*/ 1224 h 1320"/>
                <a:gd name="T12" fmla="*/ 96 w 1320"/>
                <a:gd name="T13" fmla="*/ 660 h 1320"/>
                <a:gd name="T14" fmla="*/ 660 w 1320"/>
                <a:gd name="T15" fmla="*/ 96 h 1320"/>
                <a:gd name="T16" fmla="*/ 1224 w 1320"/>
                <a:gd name="T17" fmla="*/ 660 h 1320"/>
                <a:gd name="T18" fmla="*/ 660 w 1320"/>
                <a:gd name="T19" fmla="*/ 1224 h 1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20" h="1320">
                  <a:moveTo>
                    <a:pt x="660" y="0"/>
                  </a:moveTo>
                  <a:cubicBezTo>
                    <a:pt x="295" y="0"/>
                    <a:pt x="0" y="296"/>
                    <a:pt x="0" y="660"/>
                  </a:cubicBezTo>
                  <a:cubicBezTo>
                    <a:pt x="0" y="1025"/>
                    <a:pt x="295" y="1320"/>
                    <a:pt x="660" y="1320"/>
                  </a:cubicBezTo>
                  <a:cubicBezTo>
                    <a:pt x="1025" y="1320"/>
                    <a:pt x="1320" y="1025"/>
                    <a:pt x="1320" y="660"/>
                  </a:cubicBezTo>
                  <a:cubicBezTo>
                    <a:pt x="1320" y="296"/>
                    <a:pt x="1025" y="0"/>
                    <a:pt x="660" y="0"/>
                  </a:cubicBezTo>
                  <a:close/>
                  <a:moveTo>
                    <a:pt x="660" y="1224"/>
                  </a:moveTo>
                  <a:cubicBezTo>
                    <a:pt x="349" y="1224"/>
                    <a:pt x="96" y="972"/>
                    <a:pt x="96" y="660"/>
                  </a:cubicBezTo>
                  <a:cubicBezTo>
                    <a:pt x="96" y="349"/>
                    <a:pt x="349" y="96"/>
                    <a:pt x="660" y="96"/>
                  </a:cubicBezTo>
                  <a:cubicBezTo>
                    <a:pt x="971" y="96"/>
                    <a:pt x="1224" y="349"/>
                    <a:pt x="1224" y="660"/>
                  </a:cubicBezTo>
                  <a:cubicBezTo>
                    <a:pt x="1224" y="972"/>
                    <a:pt x="971" y="1224"/>
                    <a:pt x="660" y="12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9"/>
            <p:cNvSpPr>
              <a:spLocks noEditPoints="1"/>
            </p:cNvSpPr>
            <p:nvPr/>
          </p:nvSpPr>
          <p:spPr bwMode="auto">
            <a:xfrm>
              <a:off x="2181225" y="1882776"/>
              <a:ext cx="1392237" cy="1390650"/>
            </a:xfrm>
            <a:custGeom>
              <a:avLst/>
              <a:gdLst>
                <a:gd name="T0" fmla="*/ 471 w 942"/>
                <a:gd name="T1" fmla="*/ 0 h 941"/>
                <a:gd name="T2" fmla="*/ 0 w 942"/>
                <a:gd name="T3" fmla="*/ 470 h 941"/>
                <a:gd name="T4" fmla="*/ 471 w 942"/>
                <a:gd name="T5" fmla="*/ 941 h 941"/>
                <a:gd name="T6" fmla="*/ 942 w 942"/>
                <a:gd name="T7" fmla="*/ 470 h 941"/>
                <a:gd name="T8" fmla="*/ 471 w 942"/>
                <a:gd name="T9" fmla="*/ 0 h 941"/>
                <a:gd name="T10" fmla="*/ 471 w 942"/>
                <a:gd name="T11" fmla="*/ 854 h 941"/>
                <a:gd name="T12" fmla="*/ 87 w 942"/>
                <a:gd name="T13" fmla="*/ 470 h 941"/>
                <a:gd name="T14" fmla="*/ 471 w 942"/>
                <a:gd name="T15" fmla="*/ 86 h 941"/>
                <a:gd name="T16" fmla="*/ 855 w 942"/>
                <a:gd name="T17" fmla="*/ 470 h 941"/>
                <a:gd name="T18" fmla="*/ 471 w 942"/>
                <a:gd name="T19" fmla="*/ 854 h 9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2" h="941">
                  <a:moveTo>
                    <a:pt x="471" y="0"/>
                  </a:moveTo>
                  <a:cubicBezTo>
                    <a:pt x="211" y="0"/>
                    <a:pt x="0" y="210"/>
                    <a:pt x="0" y="470"/>
                  </a:cubicBezTo>
                  <a:cubicBezTo>
                    <a:pt x="0" y="730"/>
                    <a:pt x="211" y="941"/>
                    <a:pt x="471" y="941"/>
                  </a:cubicBezTo>
                  <a:cubicBezTo>
                    <a:pt x="731" y="941"/>
                    <a:pt x="942" y="730"/>
                    <a:pt x="942" y="470"/>
                  </a:cubicBezTo>
                  <a:cubicBezTo>
                    <a:pt x="942" y="210"/>
                    <a:pt x="731" y="0"/>
                    <a:pt x="471" y="0"/>
                  </a:cubicBezTo>
                  <a:close/>
                  <a:moveTo>
                    <a:pt x="471" y="854"/>
                  </a:moveTo>
                  <a:cubicBezTo>
                    <a:pt x="259" y="854"/>
                    <a:pt x="87" y="682"/>
                    <a:pt x="87" y="470"/>
                  </a:cubicBezTo>
                  <a:cubicBezTo>
                    <a:pt x="87" y="258"/>
                    <a:pt x="259" y="86"/>
                    <a:pt x="471" y="86"/>
                  </a:cubicBezTo>
                  <a:cubicBezTo>
                    <a:pt x="683" y="86"/>
                    <a:pt x="855" y="258"/>
                    <a:pt x="855" y="470"/>
                  </a:cubicBezTo>
                  <a:cubicBezTo>
                    <a:pt x="855" y="682"/>
                    <a:pt x="683" y="854"/>
                    <a:pt x="471" y="8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44" name="Freeform 10"/>
            <p:cNvSpPr>
              <a:spLocks noEditPoints="1"/>
            </p:cNvSpPr>
            <p:nvPr/>
          </p:nvSpPr>
          <p:spPr bwMode="auto">
            <a:xfrm>
              <a:off x="2468563" y="2168526"/>
              <a:ext cx="819150" cy="819150"/>
            </a:xfrm>
            <a:custGeom>
              <a:avLst/>
              <a:gdLst>
                <a:gd name="T0" fmla="*/ 277 w 554"/>
                <a:gd name="T1" fmla="*/ 0 h 555"/>
                <a:gd name="T2" fmla="*/ 0 w 554"/>
                <a:gd name="T3" fmla="*/ 277 h 555"/>
                <a:gd name="T4" fmla="*/ 277 w 554"/>
                <a:gd name="T5" fmla="*/ 555 h 555"/>
                <a:gd name="T6" fmla="*/ 554 w 554"/>
                <a:gd name="T7" fmla="*/ 277 h 555"/>
                <a:gd name="T8" fmla="*/ 277 w 554"/>
                <a:gd name="T9" fmla="*/ 0 h 555"/>
                <a:gd name="T10" fmla="*/ 277 w 554"/>
                <a:gd name="T11" fmla="*/ 464 h 555"/>
                <a:gd name="T12" fmla="*/ 90 w 554"/>
                <a:gd name="T13" fmla="*/ 277 h 555"/>
                <a:gd name="T14" fmla="*/ 277 w 554"/>
                <a:gd name="T15" fmla="*/ 91 h 555"/>
                <a:gd name="T16" fmla="*/ 464 w 554"/>
                <a:gd name="T17" fmla="*/ 277 h 555"/>
                <a:gd name="T18" fmla="*/ 277 w 554"/>
                <a:gd name="T19" fmla="*/ 464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4" h="555">
                  <a:moveTo>
                    <a:pt x="277" y="0"/>
                  </a:moveTo>
                  <a:cubicBezTo>
                    <a:pt x="124" y="0"/>
                    <a:pt x="0" y="124"/>
                    <a:pt x="0" y="277"/>
                  </a:cubicBezTo>
                  <a:cubicBezTo>
                    <a:pt x="0" y="430"/>
                    <a:pt x="124" y="555"/>
                    <a:pt x="277" y="555"/>
                  </a:cubicBezTo>
                  <a:cubicBezTo>
                    <a:pt x="430" y="555"/>
                    <a:pt x="554" y="430"/>
                    <a:pt x="554" y="277"/>
                  </a:cubicBezTo>
                  <a:cubicBezTo>
                    <a:pt x="554" y="124"/>
                    <a:pt x="430" y="0"/>
                    <a:pt x="277" y="0"/>
                  </a:cubicBezTo>
                  <a:close/>
                  <a:moveTo>
                    <a:pt x="277" y="464"/>
                  </a:moveTo>
                  <a:cubicBezTo>
                    <a:pt x="174" y="464"/>
                    <a:pt x="90" y="380"/>
                    <a:pt x="90" y="277"/>
                  </a:cubicBezTo>
                  <a:cubicBezTo>
                    <a:pt x="90" y="174"/>
                    <a:pt x="174" y="91"/>
                    <a:pt x="277" y="91"/>
                  </a:cubicBezTo>
                  <a:cubicBezTo>
                    <a:pt x="380" y="91"/>
                    <a:pt x="464" y="174"/>
                    <a:pt x="464" y="277"/>
                  </a:cubicBezTo>
                  <a:cubicBezTo>
                    <a:pt x="464" y="380"/>
                    <a:pt x="380" y="464"/>
                    <a:pt x="277" y="46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6151" name="组合 6150"/>
          <p:cNvGrpSpPr>
            <a:grpSpLocks noChangeAspect="1"/>
          </p:cNvGrpSpPr>
          <p:nvPr/>
        </p:nvGrpSpPr>
        <p:grpSpPr>
          <a:xfrm>
            <a:off x="6019402" y="1474973"/>
            <a:ext cx="1212417" cy="1212417"/>
            <a:chOff x="1508126" y="1417638"/>
            <a:chExt cx="1373187" cy="1160463"/>
          </a:xfrm>
        </p:grpSpPr>
        <p:sp>
          <p:nvSpPr>
            <p:cNvPr id="6145" name="Freeform 11"/>
            <p:cNvSpPr/>
            <p:nvPr/>
          </p:nvSpPr>
          <p:spPr bwMode="auto">
            <a:xfrm>
              <a:off x="1508126" y="1636713"/>
              <a:ext cx="444500" cy="239713"/>
            </a:xfrm>
            <a:custGeom>
              <a:avLst/>
              <a:gdLst>
                <a:gd name="T0" fmla="*/ 280 w 280"/>
                <a:gd name="T1" fmla="*/ 117 h 151"/>
                <a:gd name="T2" fmla="*/ 146 w 280"/>
                <a:gd name="T3" fmla="*/ 151 h 151"/>
                <a:gd name="T4" fmla="*/ 0 w 280"/>
                <a:gd name="T5" fmla="*/ 33 h 151"/>
                <a:gd name="T6" fmla="*/ 134 w 280"/>
                <a:gd name="T7" fmla="*/ 0 h 151"/>
                <a:gd name="T8" fmla="*/ 280 w 280"/>
                <a:gd name="T9" fmla="*/ 117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0" h="151">
                  <a:moveTo>
                    <a:pt x="280" y="117"/>
                  </a:moveTo>
                  <a:lnTo>
                    <a:pt x="146" y="151"/>
                  </a:lnTo>
                  <a:lnTo>
                    <a:pt x="0" y="33"/>
                  </a:lnTo>
                  <a:lnTo>
                    <a:pt x="134" y="0"/>
                  </a:lnTo>
                  <a:lnTo>
                    <a:pt x="280" y="11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47" name="Freeform 12"/>
            <p:cNvSpPr/>
            <p:nvPr/>
          </p:nvSpPr>
          <p:spPr bwMode="auto">
            <a:xfrm>
              <a:off x="1720850" y="1417638"/>
              <a:ext cx="238125" cy="404813"/>
            </a:xfrm>
            <a:custGeom>
              <a:avLst/>
              <a:gdLst>
                <a:gd name="T0" fmla="*/ 146 w 150"/>
                <a:gd name="T1" fmla="*/ 255 h 255"/>
                <a:gd name="T2" fmla="*/ 150 w 150"/>
                <a:gd name="T3" fmla="*/ 117 h 255"/>
                <a:gd name="T4" fmla="*/ 4 w 150"/>
                <a:gd name="T5" fmla="*/ 0 h 255"/>
                <a:gd name="T6" fmla="*/ 0 w 150"/>
                <a:gd name="T7" fmla="*/ 138 h 255"/>
                <a:gd name="T8" fmla="*/ 146 w 150"/>
                <a:gd name="T9" fmla="*/ 255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0" h="255">
                  <a:moveTo>
                    <a:pt x="146" y="255"/>
                  </a:moveTo>
                  <a:lnTo>
                    <a:pt x="150" y="117"/>
                  </a:lnTo>
                  <a:lnTo>
                    <a:pt x="4" y="0"/>
                  </a:lnTo>
                  <a:lnTo>
                    <a:pt x="0" y="138"/>
                  </a:lnTo>
                  <a:lnTo>
                    <a:pt x="146" y="25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48" name="Freeform 13"/>
            <p:cNvSpPr/>
            <p:nvPr/>
          </p:nvSpPr>
          <p:spPr bwMode="auto">
            <a:xfrm>
              <a:off x="1660525" y="1577976"/>
              <a:ext cx="1174750" cy="965200"/>
            </a:xfrm>
            <a:custGeom>
              <a:avLst/>
              <a:gdLst>
                <a:gd name="T0" fmla="*/ 772 w 795"/>
                <a:gd name="T1" fmla="*/ 654 h 654"/>
                <a:gd name="T2" fmla="*/ 759 w 795"/>
                <a:gd name="T3" fmla="*/ 649 h 654"/>
                <a:gd name="T4" fmla="*/ 10 w 795"/>
                <a:gd name="T5" fmla="*/ 39 h 654"/>
                <a:gd name="T6" fmla="*/ 7 w 795"/>
                <a:gd name="T7" fmla="*/ 10 h 654"/>
                <a:gd name="T8" fmla="*/ 36 w 795"/>
                <a:gd name="T9" fmla="*/ 8 h 654"/>
                <a:gd name="T10" fmla="*/ 785 w 795"/>
                <a:gd name="T11" fmla="*/ 618 h 654"/>
                <a:gd name="T12" fmla="*/ 788 w 795"/>
                <a:gd name="T13" fmla="*/ 646 h 654"/>
                <a:gd name="T14" fmla="*/ 772 w 795"/>
                <a:gd name="T15" fmla="*/ 654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95" h="654">
                  <a:moveTo>
                    <a:pt x="772" y="654"/>
                  </a:moveTo>
                  <a:cubicBezTo>
                    <a:pt x="768" y="654"/>
                    <a:pt x="763" y="652"/>
                    <a:pt x="759" y="649"/>
                  </a:cubicBezTo>
                  <a:cubicBezTo>
                    <a:pt x="10" y="39"/>
                    <a:pt x="10" y="39"/>
                    <a:pt x="10" y="39"/>
                  </a:cubicBezTo>
                  <a:cubicBezTo>
                    <a:pt x="1" y="32"/>
                    <a:pt x="0" y="19"/>
                    <a:pt x="7" y="10"/>
                  </a:cubicBezTo>
                  <a:cubicBezTo>
                    <a:pt x="14" y="2"/>
                    <a:pt x="27" y="0"/>
                    <a:pt x="36" y="8"/>
                  </a:cubicBezTo>
                  <a:cubicBezTo>
                    <a:pt x="785" y="618"/>
                    <a:pt x="785" y="618"/>
                    <a:pt x="785" y="618"/>
                  </a:cubicBezTo>
                  <a:cubicBezTo>
                    <a:pt x="794" y="625"/>
                    <a:pt x="795" y="638"/>
                    <a:pt x="788" y="646"/>
                  </a:cubicBezTo>
                  <a:cubicBezTo>
                    <a:pt x="784" y="651"/>
                    <a:pt x="778" y="654"/>
                    <a:pt x="772" y="65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49" name="Freeform 14"/>
            <p:cNvSpPr/>
            <p:nvPr/>
          </p:nvSpPr>
          <p:spPr bwMode="auto">
            <a:xfrm>
              <a:off x="2600325" y="2459038"/>
              <a:ext cx="280987" cy="119063"/>
            </a:xfrm>
            <a:custGeom>
              <a:avLst/>
              <a:gdLst>
                <a:gd name="T0" fmla="*/ 0 w 177"/>
                <a:gd name="T1" fmla="*/ 12 h 75"/>
                <a:gd name="T2" fmla="*/ 177 w 177"/>
                <a:gd name="T3" fmla="*/ 75 h 75"/>
                <a:gd name="T4" fmla="*/ 85 w 177"/>
                <a:gd name="T5" fmla="*/ 0 h 75"/>
                <a:gd name="T6" fmla="*/ 0 w 177"/>
                <a:gd name="T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7" h="75">
                  <a:moveTo>
                    <a:pt x="0" y="12"/>
                  </a:moveTo>
                  <a:lnTo>
                    <a:pt x="177" y="75"/>
                  </a:lnTo>
                  <a:lnTo>
                    <a:pt x="85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50" name="Freeform 15"/>
            <p:cNvSpPr/>
            <p:nvPr/>
          </p:nvSpPr>
          <p:spPr bwMode="auto">
            <a:xfrm>
              <a:off x="2725738" y="2324101"/>
              <a:ext cx="155575" cy="254000"/>
            </a:xfrm>
            <a:custGeom>
              <a:avLst/>
              <a:gdLst>
                <a:gd name="T0" fmla="*/ 6 w 98"/>
                <a:gd name="T1" fmla="*/ 85 h 160"/>
                <a:gd name="T2" fmla="*/ 98 w 98"/>
                <a:gd name="T3" fmla="*/ 160 h 160"/>
                <a:gd name="T4" fmla="*/ 0 w 98"/>
                <a:gd name="T5" fmla="*/ 0 h 160"/>
                <a:gd name="T6" fmla="*/ 6 w 98"/>
                <a:gd name="T7" fmla="*/ 8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8" h="160">
                  <a:moveTo>
                    <a:pt x="6" y="85"/>
                  </a:moveTo>
                  <a:lnTo>
                    <a:pt x="98" y="160"/>
                  </a:lnTo>
                  <a:lnTo>
                    <a:pt x="0" y="0"/>
                  </a:lnTo>
                  <a:lnTo>
                    <a:pt x="6" y="8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42" name="Freeform 12"/>
          <p:cNvSpPr/>
          <p:nvPr>
            <p:custDataLst>
              <p:tags r:id="rId1"/>
            </p:custDataLst>
          </p:nvPr>
        </p:nvSpPr>
        <p:spPr bwMode="auto">
          <a:xfrm flipV="1">
            <a:off x="2802055" y="881526"/>
            <a:ext cx="737962" cy="614780"/>
          </a:xfrm>
          <a:custGeom>
            <a:avLst/>
            <a:gdLst/>
            <a:ahLst/>
            <a:cxnLst/>
            <a:rect l="l" t="t" r="r" b="b"/>
            <a:pathLst>
              <a:path w="1373187" h="1291466">
                <a:moveTo>
                  <a:pt x="1373186" y="1291466"/>
                </a:moveTo>
                <a:lnTo>
                  <a:pt x="1316220" y="1239784"/>
                </a:lnTo>
                <a:lnTo>
                  <a:pt x="1316221" y="1239784"/>
                </a:lnTo>
                <a:lnTo>
                  <a:pt x="1373187" y="1291466"/>
                </a:lnTo>
                <a:lnTo>
                  <a:pt x="1217612" y="1008792"/>
                </a:lnTo>
                <a:lnTo>
                  <a:pt x="1224267" y="1113714"/>
                </a:lnTo>
                <a:cubicBezTo>
                  <a:pt x="1123585" y="1022574"/>
                  <a:pt x="907850" y="827283"/>
                  <a:pt x="445585" y="408824"/>
                </a:cubicBezTo>
                <a:lnTo>
                  <a:pt x="450849" y="206706"/>
                </a:lnTo>
                <a:lnTo>
                  <a:pt x="219074" y="0"/>
                </a:lnTo>
                <a:lnTo>
                  <a:pt x="213889" y="199085"/>
                </a:lnTo>
                <a:lnTo>
                  <a:pt x="205595" y="191578"/>
                </a:lnTo>
                <a:cubicBezTo>
                  <a:pt x="192296" y="178438"/>
                  <a:pt x="173086" y="181723"/>
                  <a:pt x="162743" y="194863"/>
                </a:cubicBezTo>
                <a:cubicBezTo>
                  <a:pt x="152399" y="209645"/>
                  <a:pt x="153877" y="230996"/>
                  <a:pt x="167176" y="242494"/>
                </a:cubicBezTo>
                <a:cubicBezTo>
                  <a:pt x="167176" y="242494"/>
                  <a:pt x="167176" y="242494"/>
                  <a:pt x="169337" y="244450"/>
                </a:cubicBezTo>
                <a:lnTo>
                  <a:pt x="178874" y="253084"/>
                </a:lnTo>
                <a:lnTo>
                  <a:pt x="0" y="302108"/>
                </a:lnTo>
                <a:lnTo>
                  <a:pt x="231775" y="510580"/>
                </a:lnTo>
                <a:lnTo>
                  <a:pt x="408272" y="460742"/>
                </a:lnTo>
                <a:cubicBezTo>
                  <a:pt x="557041" y="595413"/>
                  <a:pt x="797608" y="813183"/>
                  <a:pt x="1186619" y="1165328"/>
                </a:cubicBezTo>
                <a:lnTo>
                  <a:pt x="1092199" y="1180163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7" name="Rectangle 2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23810" y="997852"/>
            <a:ext cx="3390885" cy="354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</a:pP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选用一个预训练模型在通用数据集</a:t>
            </a: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上进行测试，得到测试任务的结果指标</a:t>
            </a: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R1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53" name="椭圆 6152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646989" y="997852"/>
            <a:ext cx="360000" cy="36011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49" name="Rectangle 2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523810" y="1800120"/>
            <a:ext cx="2778059" cy="169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</a:pP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使用特定领域数据集</a:t>
            </a: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对预训练模型进行微调训练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0" name="椭圆 49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637290" y="1704992"/>
            <a:ext cx="360000" cy="3601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51" name="Rectangle 24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523810" y="2374248"/>
            <a:ext cx="2886828" cy="541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</a:pP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使用微调后的模型在通用数据集</a:t>
            </a: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上再进行测试，得到测试任务的结果指标</a:t>
            </a: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R2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，对比</a:t>
            </a: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R1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、</a:t>
            </a: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R2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，判断是否有遗忘现象。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2" name="椭圆 51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637290" y="2412132"/>
            <a:ext cx="360000" cy="36011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53" name="Rectangle 24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523810" y="3185027"/>
            <a:ext cx="3264214" cy="169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</a:pP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使用通用数据集</a:t>
            </a: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训练</a:t>
            </a: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GAN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模型，产生</a:t>
            </a: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的近似数据集</a:t>
            </a: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Z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。</a:t>
            </a:r>
            <a:endParaRPr lang="en-US" altLang="zh-CN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4" name="椭圆 53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637290" y="3143398"/>
            <a:ext cx="360000" cy="36011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26" name="Rectangle 39"/>
          <p:cNvSpPr>
            <a:spLocks noChangeArrowheads="1"/>
          </p:cNvSpPr>
          <p:nvPr/>
        </p:nvSpPr>
        <p:spPr bwMode="auto">
          <a:xfrm>
            <a:off x="416159" y="278281"/>
            <a:ext cx="2778059" cy="307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项目整体流程</a:t>
            </a:r>
            <a:endParaRPr lang="en-US" altLang="zh-CN" sz="20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416158" y="699542"/>
            <a:ext cx="899592" cy="56017"/>
            <a:chOff x="0" y="2842590"/>
            <a:chExt cx="7054752" cy="89199"/>
          </a:xfrm>
        </p:grpSpPr>
        <p:sp>
          <p:nvSpPr>
            <p:cNvPr id="32" name="矩形 31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Rectangle 24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523810" y="3874804"/>
            <a:ext cx="3494093" cy="541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</a:pP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将</a:t>
            </a: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Z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和</a:t>
            </a: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按一定比例混合，然后对原预训练模型进行微调。使用微调后的模型在通用数据集</a:t>
            </a: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上测试，得到结果指标</a:t>
            </a: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R3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，比较</a:t>
            </a: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R2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和</a:t>
            </a: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R3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，判断遗忘现象是否有所缓解</a:t>
            </a:r>
            <a:endParaRPr lang="en-US" altLang="zh-CN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椭圆 2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631201" y="3965592"/>
            <a:ext cx="360000" cy="36011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dirty="0"/>
              <a:t>04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/>
          <p:cNvSpPr/>
          <p:nvPr/>
        </p:nvSpPr>
        <p:spPr>
          <a:xfrm>
            <a:off x="2195736" y="1995686"/>
            <a:ext cx="14638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n w="635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对照组</a:t>
            </a:r>
            <a:endParaRPr lang="zh-CN" altLang="en-US" sz="2000" b="1" dirty="0">
              <a:ln w="6350"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259632" y="1707654"/>
            <a:ext cx="7905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4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02</a:t>
            </a:r>
            <a:endParaRPr lang="zh-CN" altLang="en-US" sz="44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0" y="2517744"/>
            <a:ext cx="9144000" cy="54006"/>
            <a:chOff x="2190216" y="0"/>
            <a:chExt cx="7128792" cy="108012"/>
          </a:xfrm>
        </p:grpSpPr>
        <p:sp>
          <p:nvSpPr>
            <p:cNvPr id="50" name="矩形 49"/>
            <p:cNvSpPr/>
            <p:nvPr/>
          </p:nvSpPr>
          <p:spPr>
            <a:xfrm>
              <a:off x="2190216" y="0"/>
              <a:ext cx="1188132" cy="108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3378348" y="0"/>
              <a:ext cx="1188132" cy="1080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 55"/>
            <p:cNvSpPr/>
            <p:nvPr/>
          </p:nvSpPr>
          <p:spPr>
            <a:xfrm>
              <a:off x="4566480" y="0"/>
              <a:ext cx="1188132" cy="108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矩形 56"/>
            <p:cNvSpPr/>
            <p:nvPr/>
          </p:nvSpPr>
          <p:spPr>
            <a:xfrm>
              <a:off x="5754612" y="0"/>
              <a:ext cx="1188132" cy="108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6942744" y="0"/>
              <a:ext cx="1188132" cy="10801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73"/>
            <p:cNvSpPr/>
            <p:nvPr/>
          </p:nvSpPr>
          <p:spPr>
            <a:xfrm>
              <a:off x="8130876" y="0"/>
              <a:ext cx="1188132" cy="108012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>
          <a:xfrm>
            <a:off x="1979712" y="2694114"/>
            <a:ext cx="1255472" cy="9684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模型和数据集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测试任务及流程</a:t>
            </a:r>
            <a:endParaRPr lang="zh-CN" altLang="en-US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微调过程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1"/>
          <p:cNvSpPr/>
          <p:nvPr/>
        </p:nvSpPr>
        <p:spPr bwMode="auto">
          <a:xfrm rot="9420000">
            <a:off x="3385971" y="1480956"/>
            <a:ext cx="974725" cy="973438"/>
          </a:xfrm>
          <a:custGeom>
            <a:avLst/>
            <a:gdLst>
              <a:gd name="T0" fmla="*/ 282 w 565"/>
              <a:gd name="T1" fmla="*/ 0 h 565"/>
              <a:gd name="T2" fmla="*/ 0 w 565"/>
              <a:gd name="T3" fmla="*/ 0 h 565"/>
              <a:gd name="T4" fmla="*/ 0 w 565"/>
              <a:gd name="T5" fmla="*/ 283 h 565"/>
              <a:gd name="T6" fmla="*/ 282 w 565"/>
              <a:gd name="T7" fmla="*/ 565 h 565"/>
              <a:gd name="T8" fmla="*/ 565 w 565"/>
              <a:gd name="T9" fmla="*/ 565 h 565"/>
              <a:gd name="T10" fmla="*/ 565 w 565"/>
              <a:gd name="T11" fmla="*/ 283 h 565"/>
              <a:gd name="T12" fmla="*/ 282 w 565"/>
              <a:gd name="T13" fmla="*/ 0 h 5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65" h="565">
                <a:moveTo>
                  <a:pt x="282" y="0"/>
                </a:moveTo>
                <a:cubicBezTo>
                  <a:pt x="0" y="0"/>
                  <a:pt x="0" y="0"/>
                  <a:pt x="0" y="0"/>
                </a:cubicBezTo>
                <a:cubicBezTo>
                  <a:pt x="0" y="283"/>
                  <a:pt x="0" y="283"/>
                  <a:pt x="0" y="283"/>
                </a:cubicBezTo>
                <a:cubicBezTo>
                  <a:pt x="0" y="439"/>
                  <a:pt x="126" y="565"/>
                  <a:pt x="282" y="565"/>
                </a:cubicBezTo>
                <a:cubicBezTo>
                  <a:pt x="565" y="565"/>
                  <a:pt x="565" y="565"/>
                  <a:pt x="565" y="565"/>
                </a:cubicBezTo>
                <a:cubicBezTo>
                  <a:pt x="565" y="283"/>
                  <a:pt x="565" y="283"/>
                  <a:pt x="565" y="283"/>
                </a:cubicBezTo>
                <a:cubicBezTo>
                  <a:pt x="565" y="127"/>
                  <a:pt x="438" y="0"/>
                  <a:pt x="28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22"/>
          <p:cNvSpPr/>
          <p:nvPr/>
        </p:nvSpPr>
        <p:spPr bwMode="auto">
          <a:xfrm rot="1320000">
            <a:off x="4646890" y="1455246"/>
            <a:ext cx="973137" cy="973438"/>
          </a:xfrm>
          <a:custGeom>
            <a:avLst/>
            <a:gdLst>
              <a:gd name="T0" fmla="*/ 283 w 565"/>
              <a:gd name="T1" fmla="*/ 0 h 565"/>
              <a:gd name="T2" fmla="*/ 565 w 565"/>
              <a:gd name="T3" fmla="*/ 0 h 565"/>
              <a:gd name="T4" fmla="*/ 565 w 565"/>
              <a:gd name="T5" fmla="*/ 283 h 565"/>
              <a:gd name="T6" fmla="*/ 283 w 565"/>
              <a:gd name="T7" fmla="*/ 565 h 565"/>
              <a:gd name="T8" fmla="*/ 0 w 565"/>
              <a:gd name="T9" fmla="*/ 565 h 565"/>
              <a:gd name="T10" fmla="*/ 0 w 565"/>
              <a:gd name="T11" fmla="*/ 283 h 565"/>
              <a:gd name="T12" fmla="*/ 283 w 565"/>
              <a:gd name="T13" fmla="*/ 0 h 5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65" h="565">
                <a:moveTo>
                  <a:pt x="283" y="0"/>
                </a:moveTo>
                <a:cubicBezTo>
                  <a:pt x="565" y="0"/>
                  <a:pt x="565" y="0"/>
                  <a:pt x="565" y="0"/>
                </a:cubicBezTo>
                <a:cubicBezTo>
                  <a:pt x="565" y="283"/>
                  <a:pt x="565" y="283"/>
                  <a:pt x="565" y="283"/>
                </a:cubicBezTo>
                <a:cubicBezTo>
                  <a:pt x="565" y="439"/>
                  <a:pt x="439" y="565"/>
                  <a:pt x="283" y="565"/>
                </a:cubicBezTo>
                <a:cubicBezTo>
                  <a:pt x="0" y="565"/>
                  <a:pt x="0" y="565"/>
                  <a:pt x="0" y="565"/>
                </a:cubicBezTo>
                <a:cubicBezTo>
                  <a:pt x="0" y="283"/>
                  <a:pt x="0" y="283"/>
                  <a:pt x="0" y="283"/>
                </a:cubicBezTo>
                <a:cubicBezTo>
                  <a:pt x="0" y="127"/>
                  <a:pt x="127" y="0"/>
                  <a:pt x="28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 altLang="zh-CN" dirty="0"/>
          </a:p>
        </p:txBody>
      </p:sp>
      <p:sp>
        <p:nvSpPr>
          <p:cNvPr id="4" name="Freeform 23"/>
          <p:cNvSpPr/>
          <p:nvPr/>
        </p:nvSpPr>
        <p:spPr bwMode="auto">
          <a:xfrm rot="8100000">
            <a:off x="4000889" y="2405259"/>
            <a:ext cx="974725" cy="973438"/>
          </a:xfrm>
          <a:custGeom>
            <a:avLst/>
            <a:gdLst>
              <a:gd name="T0" fmla="*/ 282 w 565"/>
              <a:gd name="T1" fmla="*/ 565 h 565"/>
              <a:gd name="T2" fmla="*/ 0 w 565"/>
              <a:gd name="T3" fmla="*/ 565 h 565"/>
              <a:gd name="T4" fmla="*/ 0 w 565"/>
              <a:gd name="T5" fmla="*/ 283 h 565"/>
              <a:gd name="T6" fmla="*/ 282 w 565"/>
              <a:gd name="T7" fmla="*/ 0 h 565"/>
              <a:gd name="T8" fmla="*/ 565 w 565"/>
              <a:gd name="T9" fmla="*/ 0 h 565"/>
              <a:gd name="T10" fmla="*/ 565 w 565"/>
              <a:gd name="T11" fmla="*/ 283 h 565"/>
              <a:gd name="T12" fmla="*/ 282 w 565"/>
              <a:gd name="T13" fmla="*/ 565 h 5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65" h="565">
                <a:moveTo>
                  <a:pt x="282" y="565"/>
                </a:moveTo>
                <a:cubicBezTo>
                  <a:pt x="0" y="565"/>
                  <a:pt x="0" y="565"/>
                  <a:pt x="0" y="565"/>
                </a:cubicBezTo>
                <a:cubicBezTo>
                  <a:pt x="0" y="283"/>
                  <a:pt x="0" y="283"/>
                  <a:pt x="0" y="283"/>
                </a:cubicBezTo>
                <a:cubicBezTo>
                  <a:pt x="0" y="127"/>
                  <a:pt x="126" y="0"/>
                  <a:pt x="282" y="0"/>
                </a:cubicBezTo>
                <a:cubicBezTo>
                  <a:pt x="565" y="0"/>
                  <a:pt x="565" y="0"/>
                  <a:pt x="565" y="0"/>
                </a:cubicBezTo>
                <a:cubicBezTo>
                  <a:pt x="565" y="283"/>
                  <a:pt x="565" y="283"/>
                  <a:pt x="565" y="283"/>
                </a:cubicBezTo>
                <a:cubicBezTo>
                  <a:pt x="565" y="439"/>
                  <a:pt x="438" y="565"/>
                  <a:pt x="282" y="56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Rectangle 25"/>
          <p:cNvSpPr>
            <a:spLocks noChangeArrowheads="1"/>
          </p:cNvSpPr>
          <p:nvPr/>
        </p:nvSpPr>
        <p:spPr bwMode="auto">
          <a:xfrm>
            <a:off x="4051150" y="2784256"/>
            <a:ext cx="89768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FFFFFF"/>
                </a:solidFill>
                <a:latin typeface="+mj-lt"/>
              </a:rPr>
              <a:t>预训练模型</a:t>
            </a:r>
            <a:endParaRPr lang="zh-CN" altLang="zh-CN" sz="1400" dirty="0">
              <a:latin typeface="+mj-lt"/>
            </a:endParaRPr>
          </a:p>
        </p:txBody>
      </p:sp>
      <p:sp>
        <p:nvSpPr>
          <p:cNvPr id="7" name="Rectangle 26"/>
          <p:cNvSpPr>
            <a:spLocks noChangeArrowheads="1"/>
          </p:cNvSpPr>
          <p:nvPr/>
        </p:nvSpPr>
        <p:spPr bwMode="auto">
          <a:xfrm>
            <a:off x="3428258" y="1823841"/>
            <a:ext cx="89768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FFFFFF"/>
                </a:solidFill>
                <a:latin typeface="+mj-lt"/>
              </a:rPr>
              <a:t>通用数据集</a:t>
            </a:r>
            <a:endParaRPr lang="zh-CN" altLang="zh-CN" sz="1400" dirty="0">
              <a:latin typeface="+mj-lt"/>
            </a:endParaRPr>
          </a:p>
        </p:txBody>
      </p:sp>
      <p:sp>
        <p:nvSpPr>
          <p:cNvPr id="8" name="Rectangle 27"/>
          <p:cNvSpPr>
            <a:spLocks noChangeArrowheads="1"/>
          </p:cNvSpPr>
          <p:nvPr/>
        </p:nvSpPr>
        <p:spPr bwMode="auto">
          <a:xfrm>
            <a:off x="4732525" y="1834243"/>
            <a:ext cx="89768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FFFFFF"/>
                </a:solidFill>
                <a:latin typeface="+mj-lt"/>
              </a:rPr>
              <a:t>特定数据集</a:t>
            </a:r>
            <a:endParaRPr lang="zh-CN" altLang="zh-CN" sz="1400" dirty="0">
              <a:latin typeface="+mj-lt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4252548" y="1941965"/>
            <a:ext cx="503582" cy="503737"/>
          </a:xfrm>
          <a:prstGeom prst="ellipse">
            <a:avLst/>
          </a:prstGeom>
          <a:solidFill>
            <a:schemeClr val="bg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Freeform 6"/>
          <p:cNvSpPr>
            <a:spLocks noEditPoints="1"/>
          </p:cNvSpPr>
          <p:nvPr/>
        </p:nvSpPr>
        <p:spPr bwMode="auto">
          <a:xfrm>
            <a:off x="4372697" y="2092995"/>
            <a:ext cx="263284" cy="201676"/>
          </a:xfrm>
          <a:custGeom>
            <a:avLst/>
            <a:gdLst>
              <a:gd name="T0" fmla="*/ 218 w 235"/>
              <a:gd name="T1" fmla="*/ 76 h 180"/>
              <a:gd name="T2" fmla="*/ 230 w 235"/>
              <a:gd name="T3" fmla="*/ 106 h 180"/>
              <a:gd name="T4" fmla="*/ 206 w 235"/>
              <a:gd name="T5" fmla="*/ 107 h 180"/>
              <a:gd name="T6" fmla="*/ 117 w 235"/>
              <a:gd name="T7" fmla="*/ 180 h 180"/>
              <a:gd name="T8" fmla="*/ 54 w 235"/>
              <a:gd name="T9" fmla="*/ 154 h 180"/>
              <a:gd name="T10" fmla="*/ 66 w 235"/>
              <a:gd name="T11" fmla="*/ 141 h 180"/>
              <a:gd name="T12" fmla="*/ 117 w 235"/>
              <a:gd name="T13" fmla="*/ 162 h 180"/>
              <a:gd name="T14" fmla="*/ 187 w 235"/>
              <a:gd name="T15" fmla="*/ 107 h 180"/>
              <a:gd name="T16" fmla="*/ 162 w 235"/>
              <a:gd name="T17" fmla="*/ 99 h 180"/>
              <a:gd name="T18" fmla="*/ 178 w 235"/>
              <a:gd name="T19" fmla="*/ 76 h 180"/>
              <a:gd name="T20" fmla="*/ 203 w 235"/>
              <a:gd name="T21" fmla="*/ 58 h 180"/>
              <a:gd name="T22" fmla="*/ 204 w 235"/>
              <a:gd name="T23" fmla="*/ 87 h 180"/>
              <a:gd name="T24" fmla="*/ 198 w 235"/>
              <a:gd name="T25" fmla="*/ 79 h 180"/>
              <a:gd name="T26" fmla="*/ 190 w 235"/>
              <a:gd name="T27" fmla="*/ 90 h 180"/>
              <a:gd name="T28" fmla="*/ 199 w 235"/>
              <a:gd name="T29" fmla="*/ 90 h 180"/>
              <a:gd name="T30" fmla="*/ 204 w 235"/>
              <a:gd name="T31" fmla="*/ 87 h 180"/>
              <a:gd name="T32" fmla="*/ 30 w 235"/>
              <a:gd name="T33" fmla="*/ 120 h 180"/>
              <a:gd name="T34" fmla="*/ 44 w 235"/>
              <a:gd name="T35" fmla="*/ 120 h 180"/>
              <a:gd name="T36" fmla="*/ 71 w 235"/>
              <a:gd name="T37" fmla="*/ 87 h 180"/>
              <a:gd name="T38" fmla="*/ 73 w 235"/>
              <a:gd name="T39" fmla="*/ 81 h 180"/>
              <a:gd name="T40" fmla="*/ 47 w 235"/>
              <a:gd name="T41" fmla="*/ 72 h 180"/>
              <a:gd name="T42" fmla="*/ 117 w 235"/>
              <a:gd name="T43" fmla="*/ 18 h 180"/>
              <a:gd name="T44" fmla="*/ 168 w 235"/>
              <a:gd name="T45" fmla="*/ 39 h 180"/>
              <a:gd name="T46" fmla="*/ 180 w 235"/>
              <a:gd name="T47" fmla="*/ 26 h 180"/>
              <a:gd name="T48" fmla="*/ 117 w 235"/>
              <a:gd name="T49" fmla="*/ 0 h 180"/>
              <a:gd name="T50" fmla="*/ 29 w 235"/>
              <a:gd name="T51" fmla="*/ 72 h 180"/>
              <a:gd name="T52" fmla="*/ 4 w 235"/>
              <a:gd name="T53" fmla="*/ 74 h 180"/>
              <a:gd name="T54" fmla="*/ 16 w 235"/>
              <a:gd name="T55" fmla="*/ 104 h 180"/>
              <a:gd name="T56" fmla="*/ 30 w 235"/>
              <a:gd name="T57" fmla="*/ 93 h 180"/>
              <a:gd name="T58" fmla="*/ 29 w 235"/>
              <a:gd name="T59" fmla="*/ 90 h 180"/>
              <a:gd name="T60" fmla="*/ 37 w 235"/>
              <a:gd name="T61" fmla="*/ 90 h 180"/>
              <a:gd name="T62" fmla="*/ 43 w 235"/>
              <a:gd name="T63" fmla="*/ 93 h 180"/>
              <a:gd name="T64" fmla="*/ 30 w 235"/>
              <a:gd name="T65" fmla="*/ 93 h 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5" h="180">
                <a:moveTo>
                  <a:pt x="205" y="60"/>
                </a:moveTo>
                <a:cubicBezTo>
                  <a:pt x="218" y="76"/>
                  <a:pt x="218" y="76"/>
                  <a:pt x="218" y="76"/>
                </a:cubicBezTo>
                <a:cubicBezTo>
                  <a:pt x="232" y="93"/>
                  <a:pt x="232" y="93"/>
                  <a:pt x="232" y="93"/>
                </a:cubicBezTo>
                <a:cubicBezTo>
                  <a:pt x="235" y="97"/>
                  <a:pt x="234" y="103"/>
                  <a:pt x="230" y="106"/>
                </a:cubicBezTo>
                <a:cubicBezTo>
                  <a:pt x="228" y="107"/>
                  <a:pt x="226" y="108"/>
                  <a:pt x="224" y="107"/>
                </a:cubicBezTo>
                <a:cubicBezTo>
                  <a:pt x="206" y="107"/>
                  <a:pt x="206" y="107"/>
                  <a:pt x="206" y="107"/>
                </a:cubicBezTo>
                <a:cubicBezTo>
                  <a:pt x="202" y="127"/>
                  <a:pt x="192" y="144"/>
                  <a:pt x="177" y="157"/>
                </a:cubicBezTo>
                <a:cubicBezTo>
                  <a:pt x="162" y="171"/>
                  <a:pt x="140" y="180"/>
                  <a:pt x="117" y="180"/>
                </a:cubicBezTo>
                <a:cubicBezTo>
                  <a:pt x="105" y="180"/>
                  <a:pt x="94" y="177"/>
                  <a:pt x="83" y="173"/>
                </a:cubicBezTo>
                <a:cubicBezTo>
                  <a:pt x="72" y="168"/>
                  <a:pt x="62" y="162"/>
                  <a:pt x="54" y="154"/>
                </a:cubicBezTo>
                <a:cubicBezTo>
                  <a:pt x="50" y="150"/>
                  <a:pt x="50" y="144"/>
                  <a:pt x="54" y="141"/>
                </a:cubicBezTo>
                <a:cubicBezTo>
                  <a:pt x="57" y="137"/>
                  <a:pt x="63" y="137"/>
                  <a:pt x="66" y="141"/>
                </a:cubicBezTo>
                <a:cubicBezTo>
                  <a:pt x="73" y="148"/>
                  <a:pt x="81" y="153"/>
                  <a:pt x="90" y="157"/>
                </a:cubicBezTo>
                <a:cubicBezTo>
                  <a:pt x="98" y="160"/>
                  <a:pt x="108" y="162"/>
                  <a:pt x="117" y="162"/>
                </a:cubicBezTo>
                <a:cubicBezTo>
                  <a:pt x="136" y="162"/>
                  <a:pt x="153" y="155"/>
                  <a:pt x="166" y="144"/>
                </a:cubicBezTo>
                <a:cubicBezTo>
                  <a:pt x="176" y="134"/>
                  <a:pt x="184" y="122"/>
                  <a:pt x="187" y="107"/>
                </a:cubicBezTo>
                <a:cubicBezTo>
                  <a:pt x="171" y="107"/>
                  <a:pt x="171" y="107"/>
                  <a:pt x="171" y="107"/>
                </a:cubicBezTo>
                <a:cubicBezTo>
                  <a:pt x="166" y="107"/>
                  <a:pt x="162" y="104"/>
                  <a:pt x="162" y="99"/>
                </a:cubicBezTo>
                <a:cubicBezTo>
                  <a:pt x="162" y="96"/>
                  <a:pt x="163" y="95"/>
                  <a:pt x="164" y="93"/>
                </a:cubicBezTo>
                <a:cubicBezTo>
                  <a:pt x="178" y="76"/>
                  <a:pt x="178" y="76"/>
                  <a:pt x="178" y="76"/>
                </a:cubicBezTo>
                <a:cubicBezTo>
                  <a:pt x="191" y="59"/>
                  <a:pt x="191" y="59"/>
                  <a:pt x="191" y="59"/>
                </a:cubicBezTo>
                <a:cubicBezTo>
                  <a:pt x="194" y="56"/>
                  <a:pt x="200" y="55"/>
                  <a:pt x="203" y="58"/>
                </a:cubicBezTo>
                <a:cubicBezTo>
                  <a:pt x="204" y="58"/>
                  <a:pt x="205" y="59"/>
                  <a:pt x="205" y="60"/>
                </a:cubicBezTo>
                <a:close/>
                <a:moveTo>
                  <a:pt x="204" y="87"/>
                </a:moveTo>
                <a:cubicBezTo>
                  <a:pt x="204" y="87"/>
                  <a:pt x="204" y="87"/>
                  <a:pt x="204" y="87"/>
                </a:cubicBezTo>
                <a:cubicBezTo>
                  <a:pt x="198" y="79"/>
                  <a:pt x="198" y="79"/>
                  <a:pt x="198" y="79"/>
                </a:cubicBezTo>
                <a:cubicBezTo>
                  <a:pt x="192" y="87"/>
                  <a:pt x="192" y="87"/>
                  <a:pt x="192" y="87"/>
                </a:cubicBezTo>
                <a:cubicBezTo>
                  <a:pt x="190" y="90"/>
                  <a:pt x="190" y="90"/>
                  <a:pt x="190" y="90"/>
                </a:cubicBezTo>
                <a:cubicBezTo>
                  <a:pt x="198" y="90"/>
                  <a:pt x="198" y="90"/>
                  <a:pt x="198" y="90"/>
                </a:cubicBezTo>
                <a:cubicBezTo>
                  <a:pt x="198" y="90"/>
                  <a:pt x="198" y="90"/>
                  <a:pt x="199" y="90"/>
                </a:cubicBezTo>
                <a:cubicBezTo>
                  <a:pt x="206" y="90"/>
                  <a:pt x="206" y="90"/>
                  <a:pt x="206" y="90"/>
                </a:cubicBezTo>
                <a:cubicBezTo>
                  <a:pt x="204" y="87"/>
                  <a:pt x="204" y="87"/>
                  <a:pt x="204" y="87"/>
                </a:cubicBezTo>
                <a:close/>
                <a:moveTo>
                  <a:pt x="30" y="120"/>
                </a:moveTo>
                <a:cubicBezTo>
                  <a:pt x="30" y="120"/>
                  <a:pt x="30" y="120"/>
                  <a:pt x="30" y="120"/>
                </a:cubicBezTo>
                <a:cubicBezTo>
                  <a:pt x="30" y="121"/>
                  <a:pt x="31" y="121"/>
                  <a:pt x="31" y="122"/>
                </a:cubicBezTo>
                <a:cubicBezTo>
                  <a:pt x="35" y="125"/>
                  <a:pt x="41" y="124"/>
                  <a:pt x="44" y="120"/>
                </a:cubicBezTo>
                <a:cubicBezTo>
                  <a:pt x="57" y="104"/>
                  <a:pt x="57" y="104"/>
                  <a:pt x="57" y="104"/>
                </a:cubicBezTo>
                <a:cubicBezTo>
                  <a:pt x="71" y="87"/>
                  <a:pt x="71" y="87"/>
                  <a:pt x="71" y="87"/>
                </a:cubicBezTo>
                <a:cubicBezTo>
                  <a:pt x="71" y="87"/>
                  <a:pt x="71" y="87"/>
                  <a:pt x="71" y="87"/>
                </a:cubicBezTo>
                <a:cubicBezTo>
                  <a:pt x="72" y="85"/>
                  <a:pt x="73" y="83"/>
                  <a:pt x="73" y="81"/>
                </a:cubicBezTo>
                <a:cubicBezTo>
                  <a:pt x="73" y="76"/>
                  <a:pt x="68" y="72"/>
                  <a:pt x="64" y="72"/>
                </a:cubicBezTo>
                <a:cubicBezTo>
                  <a:pt x="47" y="72"/>
                  <a:pt x="47" y="72"/>
                  <a:pt x="47" y="72"/>
                </a:cubicBezTo>
                <a:cubicBezTo>
                  <a:pt x="51" y="58"/>
                  <a:pt x="58" y="45"/>
                  <a:pt x="69" y="36"/>
                </a:cubicBezTo>
                <a:cubicBezTo>
                  <a:pt x="82" y="25"/>
                  <a:pt x="98" y="18"/>
                  <a:pt x="117" y="18"/>
                </a:cubicBezTo>
                <a:cubicBezTo>
                  <a:pt x="127" y="18"/>
                  <a:pt x="136" y="20"/>
                  <a:pt x="144" y="23"/>
                </a:cubicBezTo>
                <a:cubicBezTo>
                  <a:pt x="153" y="27"/>
                  <a:pt x="161" y="32"/>
                  <a:pt x="168" y="39"/>
                </a:cubicBezTo>
                <a:cubicBezTo>
                  <a:pt x="171" y="42"/>
                  <a:pt x="177" y="42"/>
                  <a:pt x="180" y="39"/>
                </a:cubicBezTo>
                <a:cubicBezTo>
                  <a:pt x="184" y="35"/>
                  <a:pt x="184" y="30"/>
                  <a:pt x="180" y="26"/>
                </a:cubicBezTo>
                <a:cubicBezTo>
                  <a:pt x="172" y="18"/>
                  <a:pt x="162" y="11"/>
                  <a:pt x="151" y="7"/>
                </a:cubicBezTo>
                <a:cubicBezTo>
                  <a:pt x="141" y="2"/>
                  <a:pt x="129" y="0"/>
                  <a:pt x="117" y="0"/>
                </a:cubicBezTo>
                <a:cubicBezTo>
                  <a:pt x="94" y="0"/>
                  <a:pt x="73" y="9"/>
                  <a:pt x="57" y="23"/>
                </a:cubicBezTo>
                <a:cubicBezTo>
                  <a:pt x="43" y="35"/>
                  <a:pt x="33" y="53"/>
                  <a:pt x="29" y="72"/>
                </a:cubicBezTo>
                <a:cubicBezTo>
                  <a:pt x="11" y="72"/>
                  <a:pt x="11" y="72"/>
                  <a:pt x="11" y="72"/>
                </a:cubicBezTo>
                <a:cubicBezTo>
                  <a:pt x="9" y="72"/>
                  <a:pt x="6" y="73"/>
                  <a:pt x="4" y="74"/>
                </a:cubicBezTo>
                <a:cubicBezTo>
                  <a:pt x="1" y="77"/>
                  <a:pt x="0" y="83"/>
                  <a:pt x="3" y="87"/>
                </a:cubicBezTo>
                <a:cubicBezTo>
                  <a:pt x="16" y="104"/>
                  <a:pt x="16" y="104"/>
                  <a:pt x="16" y="104"/>
                </a:cubicBezTo>
                <a:cubicBezTo>
                  <a:pt x="30" y="120"/>
                  <a:pt x="30" y="120"/>
                  <a:pt x="30" y="120"/>
                </a:cubicBezTo>
                <a:close/>
                <a:moveTo>
                  <a:pt x="30" y="93"/>
                </a:moveTo>
                <a:cubicBezTo>
                  <a:pt x="30" y="93"/>
                  <a:pt x="30" y="93"/>
                  <a:pt x="30" y="93"/>
                </a:cubicBezTo>
                <a:cubicBezTo>
                  <a:pt x="29" y="90"/>
                  <a:pt x="29" y="90"/>
                  <a:pt x="29" y="90"/>
                </a:cubicBezTo>
                <a:cubicBezTo>
                  <a:pt x="36" y="90"/>
                  <a:pt x="36" y="90"/>
                  <a:pt x="36" y="90"/>
                </a:cubicBezTo>
                <a:cubicBezTo>
                  <a:pt x="37" y="90"/>
                  <a:pt x="37" y="90"/>
                  <a:pt x="37" y="90"/>
                </a:cubicBezTo>
                <a:cubicBezTo>
                  <a:pt x="45" y="90"/>
                  <a:pt x="45" y="90"/>
                  <a:pt x="45" y="90"/>
                </a:cubicBezTo>
                <a:cubicBezTo>
                  <a:pt x="43" y="93"/>
                  <a:pt x="43" y="93"/>
                  <a:pt x="43" y="93"/>
                </a:cubicBezTo>
                <a:cubicBezTo>
                  <a:pt x="37" y="100"/>
                  <a:pt x="37" y="100"/>
                  <a:pt x="37" y="100"/>
                </a:cubicBezTo>
                <a:cubicBezTo>
                  <a:pt x="30" y="93"/>
                  <a:pt x="30" y="93"/>
                  <a:pt x="30" y="9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9" name="Rectangle 37"/>
          <p:cNvSpPr>
            <a:spLocks noChangeArrowheads="1"/>
          </p:cNvSpPr>
          <p:nvPr/>
        </p:nvSpPr>
        <p:spPr bwMode="auto">
          <a:xfrm>
            <a:off x="1315750" y="1234910"/>
            <a:ext cx="1702916" cy="732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zh-CN" altLang="en-US" sz="1100" dirty="0">
                <a:solidFill>
                  <a:schemeClr val="tx1">
                    <a:lumMod val="75000"/>
                  </a:schemeClr>
                </a:solidFill>
              </a:rPr>
              <a:t>采用的是</a:t>
            </a:r>
            <a:r>
              <a:rPr lang="en-US" altLang="zh-CN" sz="1100" dirty="0">
                <a:solidFill>
                  <a:schemeClr val="tx1">
                    <a:lumMod val="75000"/>
                  </a:schemeClr>
                </a:solidFill>
              </a:rPr>
              <a:t>2023</a:t>
            </a:r>
            <a:r>
              <a:rPr lang="zh-CN" altLang="en-US" sz="1100" dirty="0">
                <a:solidFill>
                  <a:schemeClr val="tx1">
                    <a:lumMod val="75000"/>
                  </a:schemeClr>
                </a:solidFill>
              </a:rPr>
              <a:t>中文维基数据集，该数据集共包含约</a:t>
            </a:r>
            <a:r>
              <a:rPr lang="en-US" altLang="zh-CN" sz="1100" dirty="0">
                <a:solidFill>
                  <a:schemeClr val="tx1">
                    <a:lumMod val="75000"/>
                  </a:schemeClr>
                </a:solidFill>
              </a:rPr>
              <a:t>250000</a:t>
            </a:r>
            <a:r>
              <a:rPr lang="zh-CN" altLang="en-US" sz="1100" dirty="0">
                <a:solidFill>
                  <a:schemeClr val="tx1">
                    <a:lumMod val="75000"/>
                  </a:schemeClr>
                </a:solidFill>
              </a:rPr>
              <a:t>条数据.</a:t>
            </a:r>
            <a:endParaRPr lang="zh-CN" altLang="en-US" sz="11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20" name="Rectangle 38"/>
          <p:cNvSpPr>
            <a:spLocks noChangeArrowheads="1"/>
          </p:cNvSpPr>
          <p:nvPr/>
        </p:nvSpPr>
        <p:spPr bwMode="auto">
          <a:xfrm>
            <a:off x="3263383" y="3758884"/>
            <a:ext cx="2604761" cy="986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zh-CN" altLang="en-US" sz="1100" dirty="0">
                <a:solidFill>
                  <a:schemeClr val="tx1">
                    <a:lumMod val="75000"/>
                  </a:schemeClr>
                </a:solidFill>
              </a:rPr>
              <a:t>采用的是</a:t>
            </a:r>
            <a:r>
              <a:rPr lang="en-US" altLang="zh-CN" sz="1100" dirty="0">
                <a:solidFill>
                  <a:schemeClr val="tx1">
                    <a:lumMod val="75000"/>
                  </a:schemeClr>
                </a:solidFill>
              </a:rPr>
              <a:t>BERT</a:t>
            </a:r>
            <a:r>
              <a:rPr lang="zh-CN" altLang="en-US" sz="1100" dirty="0">
                <a:solidFill>
                  <a:schemeClr val="tx1">
                    <a:lumMod val="75000"/>
                  </a:schemeClr>
                </a:solidFill>
              </a:rPr>
              <a:t>中文预训练模型</a:t>
            </a:r>
            <a:r>
              <a:rPr lang="en-US" altLang="zh-CN" sz="1100" dirty="0">
                <a:solidFill>
                  <a:schemeClr val="tx1">
                    <a:lumMod val="75000"/>
                  </a:schemeClr>
                </a:solidFill>
              </a:rPr>
              <a:t>,</a:t>
            </a:r>
            <a:r>
              <a:rPr lang="zh-CN" altLang="en-US" sz="1100" dirty="0"/>
              <a:t> 由</a:t>
            </a:r>
            <a:r>
              <a:rPr lang="en-US" altLang="zh-CN" sz="1100" dirty="0"/>
              <a:t>12 </a:t>
            </a:r>
            <a:r>
              <a:rPr lang="zh-CN" altLang="en-US" sz="1100" dirty="0"/>
              <a:t>层 </a:t>
            </a:r>
            <a:r>
              <a:rPr lang="en-US" altLang="zh-CN" sz="1100" dirty="0"/>
              <a:t>Transformer encoder</a:t>
            </a:r>
            <a:r>
              <a:rPr lang="zh-CN" altLang="en-US" sz="1100" dirty="0"/>
              <a:t>组成，总参数量约</a:t>
            </a:r>
            <a:r>
              <a:rPr lang="en-US" altLang="zh-CN" sz="1100" dirty="0"/>
              <a:t>110M</a:t>
            </a:r>
            <a:r>
              <a:rPr lang="zh-CN" altLang="en-US" sz="1100" dirty="0"/>
              <a:t>。</a:t>
            </a:r>
            <a:r>
              <a:rPr lang="zh-CN" altLang="en-US" sz="1100" dirty="0">
                <a:solidFill>
                  <a:schemeClr val="tx1">
                    <a:lumMod val="75000"/>
                  </a:schemeClr>
                </a:solidFill>
              </a:rPr>
              <a:t>该模型的预训练语料使用的是简体中文维基百科语料</a:t>
            </a:r>
            <a:endParaRPr lang="zh-CN" altLang="en-US" sz="11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21" name="Rectangle 39"/>
          <p:cNvSpPr>
            <a:spLocks noChangeArrowheads="1"/>
          </p:cNvSpPr>
          <p:nvPr/>
        </p:nvSpPr>
        <p:spPr bwMode="auto">
          <a:xfrm>
            <a:off x="6021584" y="1199558"/>
            <a:ext cx="1870075" cy="732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zh-CN" altLang="en-US" sz="1100" dirty="0">
                <a:solidFill>
                  <a:schemeClr val="tx1">
                    <a:lumMod val="75000"/>
                  </a:schemeClr>
                </a:solidFill>
              </a:rPr>
              <a:t>采用的是</a:t>
            </a:r>
            <a:r>
              <a:rPr lang="en-US" altLang="zh-CN" sz="1100" dirty="0">
                <a:solidFill>
                  <a:schemeClr val="tx1">
                    <a:lumMod val="75000"/>
                  </a:schemeClr>
                </a:solidFill>
              </a:rPr>
              <a:t>CAIL2018</a:t>
            </a:r>
            <a:r>
              <a:rPr lang="zh-CN" altLang="en-US" sz="1100" dirty="0">
                <a:solidFill>
                  <a:schemeClr val="tx1">
                    <a:lumMod val="75000"/>
                  </a:schemeClr>
                </a:solidFill>
              </a:rPr>
              <a:t>数据集，该数据集主要包含来自中国裁判文书网的刑事法律文书数据。</a:t>
            </a:r>
            <a:endParaRPr lang="zh-CN" altLang="en-US" sz="11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24" name="Rectangle 39"/>
          <p:cNvSpPr>
            <a:spLocks noChangeArrowheads="1"/>
          </p:cNvSpPr>
          <p:nvPr/>
        </p:nvSpPr>
        <p:spPr bwMode="auto">
          <a:xfrm>
            <a:off x="416159" y="278281"/>
            <a:ext cx="2778059" cy="307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模型和数据集</a:t>
            </a:r>
            <a:endParaRPr lang="en-US" altLang="zh-CN" sz="20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416158" y="699542"/>
            <a:ext cx="899592" cy="56017"/>
            <a:chOff x="0" y="2842590"/>
            <a:chExt cx="7054752" cy="89199"/>
          </a:xfrm>
        </p:grpSpPr>
        <p:sp>
          <p:nvSpPr>
            <p:cNvPr id="26" name="矩形 25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6"/>
          <p:cNvSpPr>
            <a:spLocks noChangeArrowheads="1"/>
          </p:cNvSpPr>
          <p:nvPr/>
        </p:nvSpPr>
        <p:spPr bwMode="auto">
          <a:xfrm>
            <a:off x="1794911" y="2528495"/>
            <a:ext cx="657911" cy="66379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" name="Oval 7"/>
          <p:cNvSpPr>
            <a:spLocks noChangeArrowheads="1"/>
          </p:cNvSpPr>
          <p:nvPr/>
        </p:nvSpPr>
        <p:spPr bwMode="auto">
          <a:xfrm>
            <a:off x="3013013" y="2526222"/>
            <a:ext cx="657911" cy="66379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Oval 8"/>
          <p:cNvSpPr>
            <a:spLocks noChangeArrowheads="1"/>
          </p:cNvSpPr>
          <p:nvPr/>
        </p:nvSpPr>
        <p:spPr bwMode="auto">
          <a:xfrm>
            <a:off x="1463903" y="2912331"/>
            <a:ext cx="102960" cy="10299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Oval 9"/>
          <p:cNvSpPr>
            <a:spLocks noChangeArrowheads="1"/>
          </p:cNvSpPr>
          <p:nvPr/>
        </p:nvSpPr>
        <p:spPr bwMode="auto">
          <a:xfrm>
            <a:off x="7553127" y="3003610"/>
            <a:ext cx="99146" cy="104896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10"/>
          <p:cNvSpPr/>
          <p:nvPr/>
        </p:nvSpPr>
        <p:spPr bwMode="auto">
          <a:xfrm>
            <a:off x="1459705" y="2190913"/>
            <a:ext cx="1360138" cy="764959"/>
          </a:xfrm>
          <a:custGeom>
            <a:avLst/>
            <a:gdLst>
              <a:gd name="T0" fmla="*/ 583 w 597"/>
              <a:gd name="T1" fmla="*/ 291 h 333"/>
              <a:gd name="T2" fmla="*/ 291 w 597"/>
              <a:gd name="T3" fmla="*/ 0 h 333"/>
              <a:gd name="T4" fmla="*/ 0 w 597"/>
              <a:gd name="T5" fmla="*/ 291 h 333"/>
              <a:gd name="T6" fmla="*/ 49 w 597"/>
              <a:gd name="T7" fmla="*/ 291 h 333"/>
              <a:gd name="T8" fmla="*/ 291 w 597"/>
              <a:gd name="T9" fmla="*/ 49 h 333"/>
              <a:gd name="T10" fmla="*/ 534 w 597"/>
              <a:gd name="T11" fmla="*/ 291 h 333"/>
              <a:gd name="T12" fmla="*/ 520 w 597"/>
              <a:gd name="T13" fmla="*/ 291 h 333"/>
              <a:gd name="T14" fmla="*/ 559 w 597"/>
              <a:gd name="T15" fmla="*/ 333 h 333"/>
              <a:gd name="T16" fmla="*/ 597 w 597"/>
              <a:gd name="T17" fmla="*/ 291 h 333"/>
              <a:gd name="T18" fmla="*/ 583 w 597"/>
              <a:gd name="T19" fmla="*/ 291 h 3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97" h="333">
                <a:moveTo>
                  <a:pt x="583" y="291"/>
                </a:moveTo>
                <a:cubicBezTo>
                  <a:pt x="583" y="130"/>
                  <a:pt x="453" y="0"/>
                  <a:pt x="291" y="0"/>
                </a:cubicBezTo>
                <a:cubicBezTo>
                  <a:pt x="130" y="0"/>
                  <a:pt x="0" y="130"/>
                  <a:pt x="0" y="291"/>
                </a:cubicBezTo>
                <a:cubicBezTo>
                  <a:pt x="49" y="291"/>
                  <a:pt x="49" y="291"/>
                  <a:pt x="49" y="291"/>
                </a:cubicBezTo>
                <a:cubicBezTo>
                  <a:pt x="49" y="157"/>
                  <a:pt x="158" y="49"/>
                  <a:pt x="291" y="49"/>
                </a:cubicBezTo>
                <a:cubicBezTo>
                  <a:pt x="425" y="49"/>
                  <a:pt x="534" y="157"/>
                  <a:pt x="534" y="291"/>
                </a:cubicBezTo>
                <a:cubicBezTo>
                  <a:pt x="520" y="291"/>
                  <a:pt x="520" y="291"/>
                  <a:pt x="520" y="291"/>
                </a:cubicBezTo>
                <a:cubicBezTo>
                  <a:pt x="559" y="333"/>
                  <a:pt x="559" y="333"/>
                  <a:pt x="559" y="333"/>
                </a:cubicBezTo>
                <a:cubicBezTo>
                  <a:pt x="597" y="291"/>
                  <a:pt x="597" y="291"/>
                  <a:pt x="597" y="291"/>
                </a:cubicBezTo>
                <a:lnTo>
                  <a:pt x="583" y="29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Oval 11"/>
          <p:cNvSpPr>
            <a:spLocks noChangeArrowheads="1"/>
          </p:cNvSpPr>
          <p:nvPr/>
        </p:nvSpPr>
        <p:spPr bwMode="auto">
          <a:xfrm>
            <a:off x="4226569" y="2528495"/>
            <a:ext cx="659047" cy="66379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Oval 12"/>
          <p:cNvSpPr>
            <a:spLocks noChangeArrowheads="1"/>
          </p:cNvSpPr>
          <p:nvPr/>
        </p:nvSpPr>
        <p:spPr bwMode="auto">
          <a:xfrm>
            <a:off x="6659363" y="2528495"/>
            <a:ext cx="657911" cy="663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Oval 13"/>
          <p:cNvSpPr>
            <a:spLocks noChangeArrowheads="1"/>
          </p:cNvSpPr>
          <p:nvPr/>
        </p:nvSpPr>
        <p:spPr bwMode="auto">
          <a:xfrm>
            <a:off x="5445807" y="2526222"/>
            <a:ext cx="657911" cy="66379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4"/>
          <p:cNvSpPr/>
          <p:nvPr/>
        </p:nvSpPr>
        <p:spPr bwMode="auto">
          <a:xfrm>
            <a:off x="3894772" y="2190913"/>
            <a:ext cx="1356728" cy="764959"/>
          </a:xfrm>
          <a:custGeom>
            <a:avLst/>
            <a:gdLst>
              <a:gd name="T0" fmla="*/ 582 w 596"/>
              <a:gd name="T1" fmla="*/ 291 h 333"/>
              <a:gd name="T2" fmla="*/ 291 w 596"/>
              <a:gd name="T3" fmla="*/ 0 h 333"/>
              <a:gd name="T4" fmla="*/ 0 w 596"/>
              <a:gd name="T5" fmla="*/ 266 h 333"/>
              <a:gd name="T6" fmla="*/ 24 w 596"/>
              <a:gd name="T7" fmla="*/ 240 h 333"/>
              <a:gd name="T8" fmla="*/ 49 w 596"/>
              <a:gd name="T9" fmla="*/ 268 h 333"/>
              <a:gd name="T10" fmla="*/ 291 w 596"/>
              <a:gd name="T11" fmla="*/ 49 h 333"/>
              <a:gd name="T12" fmla="*/ 533 w 596"/>
              <a:gd name="T13" fmla="*/ 291 h 333"/>
              <a:gd name="T14" fmla="*/ 520 w 596"/>
              <a:gd name="T15" fmla="*/ 291 h 333"/>
              <a:gd name="T16" fmla="*/ 558 w 596"/>
              <a:gd name="T17" fmla="*/ 333 h 333"/>
              <a:gd name="T18" fmla="*/ 596 w 596"/>
              <a:gd name="T19" fmla="*/ 291 h 333"/>
              <a:gd name="T20" fmla="*/ 582 w 596"/>
              <a:gd name="T21" fmla="*/ 291 h 3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96" h="333">
                <a:moveTo>
                  <a:pt x="582" y="291"/>
                </a:moveTo>
                <a:cubicBezTo>
                  <a:pt x="582" y="130"/>
                  <a:pt x="452" y="0"/>
                  <a:pt x="291" y="0"/>
                </a:cubicBezTo>
                <a:cubicBezTo>
                  <a:pt x="138" y="0"/>
                  <a:pt x="13" y="117"/>
                  <a:pt x="0" y="266"/>
                </a:cubicBezTo>
                <a:cubicBezTo>
                  <a:pt x="24" y="240"/>
                  <a:pt x="24" y="240"/>
                  <a:pt x="24" y="240"/>
                </a:cubicBezTo>
                <a:cubicBezTo>
                  <a:pt x="49" y="268"/>
                  <a:pt x="49" y="268"/>
                  <a:pt x="49" y="268"/>
                </a:cubicBezTo>
                <a:cubicBezTo>
                  <a:pt x="61" y="145"/>
                  <a:pt x="165" y="49"/>
                  <a:pt x="291" y="49"/>
                </a:cubicBezTo>
                <a:cubicBezTo>
                  <a:pt x="425" y="49"/>
                  <a:pt x="533" y="157"/>
                  <a:pt x="533" y="291"/>
                </a:cubicBezTo>
                <a:cubicBezTo>
                  <a:pt x="520" y="291"/>
                  <a:pt x="520" y="291"/>
                  <a:pt x="520" y="291"/>
                </a:cubicBezTo>
                <a:cubicBezTo>
                  <a:pt x="558" y="333"/>
                  <a:pt x="558" y="333"/>
                  <a:pt x="558" y="333"/>
                </a:cubicBezTo>
                <a:cubicBezTo>
                  <a:pt x="596" y="291"/>
                  <a:pt x="596" y="291"/>
                  <a:pt x="596" y="291"/>
                </a:cubicBezTo>
                <a:lnTo>
                  <a:pt x="582" y="29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5"/>
          <p:cNvSpPr/>
          <p:nvPr/>
        </p:nvSpPr>
        <p:spPr bwMode="auto">
          <a:xfrm>
            <a:off x="2677807" y="2764916"/>
            <a:ext cx="1357865" cy="764959"/>
          </a:xfrm>
          <a:custGeom>
            <a:avLst/>
            <a:gdLst>
              <a:gd name="T0" fmla="*/ 558 w 596"/>
              <a:gd name="T1" fmla="*/ 0 h 333"/>
              <a:gd name="T2" fmla="*/ 520 w 596"/>
              <a:gd name="T3" fmla="*/ 41 h 333"/>
              <a:gd name="T4" fmla="*/ 533 w 596"/>
              <a:gd name="T5" fmla="*/ 41 h 333"/>
              <a:gd name="T6" fmla="*/ 291 w 596"/>
              <a:gd name="T7" fmla="*/ 284 h 333"/>
              <a:gd name="T8" fmla="*/ 49 w 596"/>
              <a:gd name="T9" fmla="*/ 65 h 333"/>
              <a:gd name="T10" fmla="*/ 24 w 596"/>
              <a:gd name="T11" fmla="*/ 93 h 333"/>
              <a:gd name="T12" fmla="*/ 0 w 596"/>
              <a:gd name="T13" fmla="*/ 67 h 333"/>
              <a:gd name="T14" fmla="*/ 291 w 596"/>
              <a:gd name="T15" fmla="*/ 333 h 333"/>
              <a:gd name="T16" fmla="*/ 582 w 596"/>
              <a:gd name="T17" fmla="*/ 41 h 333"/>
              <a:gd name="T18" fmla="*/ 596 w 596"/>
              <a:gd name="T19" fmla="*/ 41 h 333"/>
              <a:gd name="T20" fmla="*/ 558 w 596"/>
              <a:gd name="T21" fmla="*/ 0 h 3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96" h="333">
                <a:moveTo>
                  <a:pt x="558" y="0"/>
                </a:moveTo>
                <a:cubicBezTo>
                  <a:pt x="520" y="41"/>
                  <a:pt x="520" y="41"/>
                  <a:pt x="520" y="41"/>
                </a:cubicBezTo>
                <a:cubicBezTo>
                  <a:pt x="533" y="41"/>
                  <a:pt x="533" y="41"/>
                  <a:pt x="533" y="41"/>
                </a:cubicBezTo>
                <a:cubicBezTo>
                  <a:pt x="533" y="175"/>
                  <a:pt x="425" y="284"/>
                  <a:pt x="291" y="284"/>
                </a:cubicBezTo>
                <a:cubicBezTo>
                  <a:pt x="165" y="284"/>
                  <a:pt x="61" y="188"/>
                  <a:pt x="49" y="65"/>
                </a:cubicBezTo>
                <a:cubicBezTo>
                  <a:pt x="24" y="93"/>
                  <a:pt x="24" y="93"/>
                  <a:pt x="24" y="93"/>
                </a:cubicBezTo>
                <a:cubicBezTo>
                  <a:pt x="0" y="67"/>
                  <a:pt x="0" y="67"/>
                  <a:pt x="0" y="67"/>
                </a:cubicBezTo>
                <a:cubicBezTo>
                  <a:pt x="13" y="216"/>
                  <a:pt x="138" y="333"/>
                  <a:pt x="291" y="333"/>
                </a:cubicBezTo>
                <a:cubicBezTo>
                  <a:pt x="452" y="333"/>
                  <a:pt x="582" y="202"/>
                  <a:pt x="582" y="41"/>
                </a:cubicBezTo>
                <a:cubicBezTo>
                  <a:pt x="596" y="41"/>
                  <a:pt x="596" y="41"/>
                  <a:pt x="596" y="41"/>
                </a:cubicBezTo>
                <a:lnTo>
                  <a:pt x="558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4" name="Freeform 16"/>
          <p:cNvSpPr/>
          <p:nvPr/>
        </p:nvSpPr>
        <p:spPr bwMode="auto">
          <a:xfrm>
            <a:off x="6328702" y="2190913"/>
            <a:ext cx="1355593" cy="764959"/>
          </a:xfrm>
          <a:custGeom>
            <a:avLst/>
            <a:gdLst>
              <a:gd name="T0" fmla="*/ 581 w 595"/>
              <a:gd name="T1" fmla="*/ 291 h 333"/>
              <a:gd name="T2" fmla="*/ 290 w 595"/>
              <a:gd name="T3" fmla="*/ 0 h 333"/>
              <a:gd name="T4" fmla="*/ 0 w 595"/>
              <a:gd name="T5" fmla="*/ 263 h 333"/>
              <a:gd name="T6" fmla="*/ 23 w 595"/>
              <a:gd name="T7" fmla="*/ 238 h 333"/>
              <a:gd name="T8" fmla="*/ 49 w 595"/>
              <a:gd name="T9" fmla="*/ 266 h 333"/>
              <a:gd name="T10" fmla="*/ 290 w 595"/>
              <a:gd name="T11" fmla="*/ 49 h 333"/>
              <a:gd name="T12" fmla="*/ 532 w 595"/>
              <a:gd name="T13" fmla="*/ 291 h 333"/>
              <a:gd name="T14" fmla="*/ 519 w 595"/>
              <a:gd name="T15" fmla="*/ 291 h 333"/>
              <a:gd name="T16" fmla="*/ 557 w 595"/>
              <a:gd name="T17" fmla="*/ 333 h 333"/>
              <a:gd name="T18" fmla="*/ 595 w 595"/>
              <a:gd name="T19" fmla="*/ 291 h 333"/>
              <a:gd name="T20" fmla="*/ 581 w 595"/>
              <a:gd name="T21" fmla="*/ 291 h 3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95" h="333">
                <a:moveTo>
                  <a:pt x="581" y="291"/>
                </a:moveTo>
                <a:cubicBezTo>
                  <a:pt x="581" y="130"/>
                  <a:pt x="451" y="0"/>
                  <a:pt x="290" y="0"/>
                </a:cubicBezTo>
                <a:cubicBezTo>
                  <a:pt x="138" y="0"/>
                  <a:pt x="14" y="115"/>
                  <a:pt x="0" y="263"/>
                </a:cubicBezTo>
                <a:cubicBezTo>
                  <a:pt x="23" y="238"/>
                  <a:pt x="23" y="238"/>
                  <a:pt x="23" y="238"/>
                </a:cubicBezTo>
                <a:cubicBezTo>
                  <a:pt x="49" y="266"/>
                  <a:pt x="49" y="266"/>
                  <a:pt x="49" y="266"/>
                </a:cubicBezTo>
                <a:cubicBezTo>
                  <a:pt x="62" y="144"/>
                  <a:pt x="165" y="49"/>
                  <a:pt x="290" y="49"/>
                </a:cubicBezTo>
                <a:cubicBezTo>
                  <a:pt x="424" y="49"/>
                  <a:pt x="532" y="157"/>
                  <a:pt x="532" y="291"/>
                </a:cubicBezTo>
                <a:cubicBezTo>
                  <a:pt x="519" y="291"/>
                  <a:pt x="519" y="291"/>
                  <a:pt x="519" y="291"/>
                </a:cubicBezTo>
                <a:cubicBezTo>
                  <a:pt x="557" y="333"/>
                  <a:pt x="557" y="333"/>
                  <a:pt x="557" y="333"/>
                </a:cubicBezTo>
                <a:cubicBezTo>
                  <a:pt x="595" y="291"/>
                  <a:pt x="595" y="291"/>
                  <a:pt x="595" y="291"/>
                </a:cubicBezTo>
                <a:lnTo>
                  <a:pt x="581" y="29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5" name="Freeform 17"/>
          <p:cNvSpPr/>
          <p:nvPr/>
        </p:nvSpPr>
        <p:spPr bwMode="auto">
          <a:xfrm>
            <a:off x="5110601" y="2764916"/>
            <a:ext cx="1357865" cy="764959"/>
          </a:xfrm>
          <a:custGeom>
            <a:avLst/>
            <a:gdLst>
              <a:gd name="T0" fmla="*/ 558 w 596"/>
              <a:gd name="T1" fmla="*/ 0 h 333"/>
              <a:gd name="T2" fmla="*/ 520 w 596"/>
              <a:gd name="T3" fmla="*/ 41 h 333"/>
              <a:gd name="T4" fmla="*/ 533 w 596"/>
              <a:gd name="T5" fmla="*/ 41 h 333"/>
              <a:gd name="T6" fmla="*/ 291 w 596"/>
              <a:gd name="T7" fmla="*/ 284 h 333"/>
              <a:gd name="T8" fmla="*/ 49 w 596"/>
              <a:gd name="T9" fmla="*/ 65 h 333"/>
              <a:gd name="T10" fmla="*/ 24 w 596"/>
              <a:gd name="T11" fmla="*/ 93 h 333"/>
              <a:gd name="T12" fmla="*/ 0 w 596"/>
              <a:gd name="T13" fmla="*/ 67 h 333"/>
              <a:gd name="T14" fmla="*/ 291 w 596"/>
              <a:gd name="T15" fmla="*/ 333 h 333"/>
              <a:gd name="T16" fmla="*/ 582 w 596"/>
              <a:gd name="T17" fmla="*/ 41 h 333"/>
              <a:gd name="T18" fmla="*/ 596 w 596"/>
              <a:gd name="T19" fmla="*/ 41 h 333"/>
              <a:gd name="T20" fmla="*/ 558 w 596"/>
              <a:gd name="T21" fmla="*/ 0 h 3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96" h="333">
                <a:moveTo>
                  <a:pt x="558" y="0"/>
                </a:moveTo>
                <a:cubicBezTo>
                  <a:pt x="520" y="41"/>
                  <a:pt x="520" y="41"/>
                  <a:pt x="520" y="41"/>
                </a:cubicBezTo>
                <a:cubicBezTo>
                  <a:pt x="533" y="41"/>
                  <a:pt x="533" y="41"/>
                  <a:pt x="533" y="41"/>
                </a:cubicBezTo>
                <a:cubicBezTo>
                  <a:pt x="533" y="175"/>
                  <a:pt x="425" y="284"/>
                  <a:pt x="291" y="284"/>
                </a:cubicBezTo>
                <a:cubicBezTo>
                  <a:pt x="165" y="284"/>
                  <a:pt x="61" y="188"/>
                  <a:pt x="49" y="65"/>
                </a:cubicBezTo>
                <a:cubicBezTo>
                  <a:pt x="24" y="93"/>
                  <a:pt x="24" y="93"/>
                  <a:pt x="24" y="93"/>
                </a:cubicBezTo>
                <a:cubicBezTo>
                  <a:pt x="0" y="67"/>
                  <a:pt x="0" y="67"/>
                  <a:pt x="0" y="67"/>
                </a:cubicBezTo>
                <a:cubicBezTo>
                  <a:pt x="14" y="216"/>
                  <a:pt x="139" y="333"/>
                  <a:pt x="291" y="333"/>
                </a:cubicBezTo>
                <a:cubicBezTo>
                  <a:pt x="452" y="333"/>
                  <a:pt x="582" y="202"/>
                  <a:pt x="582" y="41"/>
                </a:cubicBezTo>
                <a:cubicBezTo>
                  <a:pt x="596" y="41"/>
                  <a:pt x="596" y="41"/>
                  <a:pt x="596" y="41"/>
                </a:cubicBezTo>
                <a:lnTo>
                  <a:pt x="558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6" name="Freeform 18"/>
          <p:cNvSpPr>
            <a:spLocks noEditPoints="1"/>
          </p:cNvSpPr>
          <p:nvPr/>
        </p:nvSpPr>
        <p:spPr bwMode="auto">
          <a:xfrm>
            <a:off x="2010805" y="2714904"/>
            <a:ext cx="226122" cy="288706"/>
          </a:xfrm>
          <a:custGeom>
            <a:avLst/>
            <a:gdLst>
              <a:gd name="T0" fmla="*/ 5 w 99"/>
              <a:gd name="T1" fmla="*/ 0 h 126"/>
              <a:gd name="T2" fmla="*/ 94 w 99"/>
              <a:gd name="T3" fmla="*/ 9 h 126"/>
              <a:gd name="T4" fmla="*/ 81 w 99"/>
              <a:gd name="T5" fmla="*/ 46 h 126"/>
              <a:gd name="T6" fmla="*/ 81 w 99"/>
              <a:gd name="T7" fmla="*/ 82 h 126"/>
              <a:gd name="T8" fmla="*/ 99 w 99"/>
              <a:gd name="T9" fmla="*/ 121 h 126"/>
              <a:gd name="T10" fmla="*/ 0 w 99"/>
              <a:gd name="T11" fmla="*/ 121 h 126"/>
              <a:gd name="T12" fmla="*/ 18 w 99"/>
              <a:gd name="T13" fmla="*/ 82 h 126"/>
              <a:gd name="T14" fmla="*/ 18 w 99"/>
              <a:gd name="T15" fmla="*/ 46 h 126"/>
              <a:gd name="T16" fmla="*/ 5 w 99"/>
              <a:gd name="T17" fmla="*/ 9 h 126"/>
              <a:gd name="T18" fmla="*/ 67 w 99"/>
              <a:gd name="T19" fmla="*/ 94 h 126"/>
              <a:gd name="T20" fmla="*/ 15 w 99"/>
              <a:gd name="T21" fmla="*/ 116 h 126"/>
              <a:gd name="T22" fmla="*/ 17 w 99"/>
              <a:gd name="T23" fmla="*/ 100 h 126"/>
              <a:gd name="T24" fmla="*/ 70 w 99"/>
              <a:gd name="T25" fmla="*/ 89 h 126"/>
              <a:gd name="T26" fmla="*/ 76 w 99"/>
              <a:gd name="T27" fmla="*/ 85 h 126"/>
              <a:gd name="T28" fmla="*/ 53 w 99"/>
              <a:gd name="T29" fmla="*/ 66 h 126"/>
              <a:gd name="T30" fmla="*/ 52 w 99"/>
              <a:gd name="T31" fmla="*/ 66 h 126"/>
              <a:gd name="T32" fmla="*/ 52 w 99"/>
              <a:gd name="T33" fmla="*/ 66 h 126"/>
              <a:gd name="T34" fmla="*/ 51 w 99"/>
              <a:gd name="T35" fmla="*/ 64 h 126"/>
              <a:gd name="T36" fmla="*/ 51 w 99"/>
              <a:gd name="T37" fmla="*/ 64 h 126"/>
              <a:gd name="T38" fmla="*/ 51 w 99"/>
              <a:gd name="T39" fmla="*/ 63 h 126"/>
              <a:gd name="T40" fmla="*/ 51 w 99"/>
              <a:gd name="T41" fmla="*/ 62 h 126"/>
              <a:gd name="T42" fmla="*/ 52 w 99"/>
              <a:gd name="T43" fmla="*/ 62 h 126"/>
              <a:gd name="T44" fmla="*/ 52 w 99"/>
              <a:gd name="T45" fmla="*/ 61 h 126"/>
              <a:gd name="T46" fmla="*/ 53 w 99"/>
              <a:gd name="T47" fmla="*/ 61 h 126"/>
              <a:gd name="T48" fmla="*/ 84 w 99"/>
              <a:gd name="T49" fmla="*/ 9 h 126"/>
              <a:gd name="T50" fmla="*/ 23 w 99"/>
              <a:gd name="T51" fmla="*/ 43 h 126"/>
              <a:gd name="T52" fmla="*/ 46 w 99"/>
              <a:gd name="T53" fmla="*/ 61 h 126"/>
              <a:gd name="T54" fmla="*/ 47 w 99"/>
              <a:gd name="T55" fmla="*/ 62 h 126"/>
              <a:gd name="T56" fmla="*/ 47 w 99"/>
              <a:gd name="T57" fmla="*/ 62 h 126"/>
              <a:gd name="T58" fmla="*/ 48 w 99"/>
              <a:gd name="T59" fmla="*/ 63 h 126"/>
              <a:gd name="T60" fmla="*/ 48 w 99"/>
              <a:gd name="T61" fmla="*/ 64 h 126"/>
              <a:gd name="T62" fmla="*/ 48 w 99"/>
              <a:gd name="T63" fmla="*/ 64 h 126"/>
              <a:gd name="T64" fmla="*/ 47 w 99"/>
              <a:gd name="T65" fmla="*/ 65 h 126"/>
              <a:gd name="T66" fmla="*/ 47 w 99"/>
              <a:gd name="T67" fmla="*/ 66 h 126"/>
              <a:gd name="T68" fmla="*/ 46 w 99"/>
              <a:gd name="T69" fmla="*/ 66 h 126"/>
              <a:gd name="T70" fmla="*/ 45 w 99"/>
              <a:gd name="T71" fmla="*/ 66 h 126"/>
              <a:gd name="T72" fmla="*/ 17 w 99"/>
              <a:gd name="T73" fmla="*/ 100 h 126"/>
              <a:gd name="T74" fmla="*/ 33 w 99"/>
              <a:gd name="T75" fmla="*/ 48 h 126"/>
              <a:gd name="T76" fmla="*/ 47 w 99"/>
              <a:gd name="T77" fmla="*/ 56 h 126"/>
              <a:gd name="T78" fmla="*/ 48 w 99"/>
              <a:gd name="T79" fmla="*/ 57 h 126"/>
              <a:gd name="T80" fmla="*/ 51 w 99"/>
              <a:gd name="T81" fmla="*/ 57 h 126"/>
              <a:gd name="T82" fmla="*/ 52 w 99"/>
              <a:gd name="T83" fmla="*/ 56 h 126"/>
              <a:gd name="T84" fmla="*/ 75 w 99"/>
              <a:gd name="T85" fmla="*/ 34 h 126"/>
              <a:gd name="T86" fmla="*/ 62 w 99"/>
              <a:gd name="T87" fmla="*/ 44 h 126"/>
              <a:gd name="T88" fmla="*/ 50 w 99"/>
              <a:gd name="T89" fmla="*/ 51 h 126"/>
              <a:gd name="T90" fmla="*/ 49 w 99"/>
              <a:gd name="T91" fmla="*/ 51 h 126"/>
              <a:gd name="T92" fmla="*/ 37 w 99"/>
              <a:gd name="T93" fmla="*/ 44 h 126"/>
              <a:gd name="T94" fmla="*/ 24 w 99"/>
              <a:gd name="T95" fmla="*/ 34 h 126"/>
              <a:gd name="T96" fmla="*/ 50 w 99"/>
              <a:gd name="T97" fmla="*/ 51 h 1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99" h="126">
                <a:moveTo>
                  <a:pt x="5" y="9"/>
                </a:moveTo>
                <a:cubicBezTo>
                  <a:pt x="2" y="9"/>
                  <a:pt x="0" y="7"/>
                  <a:pt x="0" y="4"/>
                </a:cubicBezTo>
                <a:cubicBezTo>
                  <a:pt x="0" y="2"/>
                  <a:pt x="2" y="0"/>
                  <a:pt x="5" y="0"/>
                </a:cubicBezTo>
                <a:cubicBezTo>
                  <a:pt x="94" y="0"/>
                  <a:pt x="94" y="0"/>
                  <a:pt x="94" y="0"/>
                </a:cubicBezTo>
                <a:cubicBezTo>
                  <a:pt x="97" y="0"/>
                  <a:pt x="99" y="2"/>
                  <a:pt x="99" y="4"/>
                </a:cubicBezTo>
                <a:cubicBezTo>
                  <a:pt x="99" y="7"/>
                  <a:pt x="97" y="9"/>
                  <a:pt x="94" y="9"/>
                </a:cubicBezTo>
                <a:cubicBezTo>
                  <a:pt x="90" y="9"/>
                  <a:pt x="90" y="9"/>
                  <a:pt x="90" y="9"/>
                </a:cubicBezTo>
                <a:cubicBezTo>
                  <a:pt x="89" y="25"/>
                  <a:pt x="86" y="37"/>
                  <a:pt x="81" y="46"/>
                </a:cubicBezTo>
                <a:cubicBezTo>
                  <a:pt x="81" y="46"/>
                  <a:pt x="81" y="46"/>
                  <a:pt x="81" y="46"/>
                </a:cubicBezTo>
                <a:cubicBezTo>
                  <a:pt x="76" y="55"/>
                  <a:pt x="69" y="60"/>
                  <a:pt x="62" y="64"/>
                </a:cubicBezTo>
                <a:cubicBezTo>
                  <a:pt x="69" y="67"/>
                  <a:pt x="76" y="73"/>
                  <a:pt x="81" y="82"/>
                </a:cubicBezTo>
                <a:cubicBezTo>
                  <a:pt x="81" y="82"/>
                  <a:pt x="81" y="82"/>
                  <a:pt x="81" y="82"/>
                </a:cubicBezTo>
                <a:cubicBezTo>
                  <a:pt x="86" y="90"/>
                  <a:pt x="89" y="101"/>
                  <a:pt x="90" y="116"/>
                </a:cubicBezTo>
                <a:cubicBezTo>
                  <a:pt x="94" y="116"/>
                  <a:pt x="94" y="116"/>
                  <a:pt x="94" y="116"/>
                </a:cubicBezTo>
                <a:cubicBezTo>
                  <a:pt x="97" y="116"/>
                  <a:pt x="99" y="118"/>
                  <a:pt x="99" y="121"/>
                </a:cubicBezTo>
                <a:cubicBezTo>
                  <a:pt x="99" y="124"/>
                  <a:pt x="97" y="126"/>
                  <a:pt x="94" y="126"/>
                </a:cubicBezTo>
                <a:cubicBezTo>
                  <a:pt x="5" y="126"/>
                  <a:pt x="5" y="126"/>
                  <a:pt x="5" y="126"/>
                </a:cubicBezTo>
                <a:cubicBezTo>
                  <a:pt x="2" y="126"/>
                  <a:pt x="0" y="124"/>
                  <a:pt x="0" y="121"/>
                </a:cubicBezTo>
                <a:cubicBezTo>
                  <a:pt x="0" y="118"/>
                  <a:pt x="2" y="116"/>
                  <a:pt x="5" y="116"/>
                </a:cubicBezTo>
                <a:cubicBezTo>
                  <a:pt x="9" y="116"/>
                  <a:pt x="9" y="116"/>
                  <a:pt x="9" y="116"/>
                </a:cubicBezTo>
                <a:cubicBezTo>
                  <a:pt x="10" y="101"/>
                  <a:pt x="13" y="90"/>
                  <a:pt x="18" y="82"/>
                </a:cubicBezTo>
                <a:cubicBezTo>
                  <a:pt x="18" y="82"/>
                  <a:pt x="18" y="82"/>
                  <a:pt x="18" y="82"/>
                </a:cubicBezTo>
                <a:cubicBezTo>
                  <a:pt x="23" y="73"/>
                  <a:pt x="30" y="67"/>
                  <a:pt x="37" y="64"/>
                </a:cubicBezTo>
                <a:cubicBezTo>
                  <a:pt x="30" y="60"/>
                  <a:pt x="23" y="55"/>
                  <a:pt x="18" y="46"/>
                </a:cubicBezTo>
                <a:cubicBezTo>
                  <a:pt x="18" y="46"/>
                  <a:pt x="18" y="46"/>
                  <a:pt x="18" y="46"/>
                </a:cubicBezTo>
                <a:cubicBezTo>
                  <a:pt x="13" y="37"/>
                  <a:pt x="9" y="25"/>
                  <a:pt x="9" y="9"/>
                </a:cubicBezTo>
                <a:cubicBezTo>
                  <a:pt x="5" y="9"/>
                  <a:pt x="5" y="9"/>
                  <a:pt x="5" y="9"/>
                </a:cubicBezTo>
                <a:close/>
                <a:moveTo>
                  <a:pt x="83" y="116"/>
                </a:moveTo>
                <a:cubicBezTo>
                  <a:pt x="83" y="116"/>
                  <a:pt x="83" y="116"/>
                  <a:pt x="83" y="116"/>
                </a:cubicBezTo>
                <a:cubicBezTo>
                  <a:pt x="81" y="106"/>
                  <a:pt x="75" y="99"/>
                  <a:pt x="67" y="94"/>
                </a:cubicBezTo>
                <a:cubicBezTo>
                  <a:pt x="62" y="91"/>
                  <a:pt x="55" y="90"/>
                  <a:pt x="49" y="90"/>
                </a:cubicBezTo>
                <a:cubicBezTo>
                  <a:pt x="43" y="90"/>
                  <a:pt x="37" y="91"/>
                  <a:pt x="32" y="94"/>
                </a:cubicBezTo>
                <a:cubicBezTo>
                  <a:pt x="24" y="99"/>
                  <a:pt x="18" y="106"/>
                  <a:pt x="15" y="116"/>
                </a:cubicBezTo>
                <a:cubicBezTo>
                  <a:pt x="83" y="116"/>
                  <a:pt x="83" y="116"/>
                  <a:pt x="83" y="116"/>
                </a:cubicBezTo>
                <a:close/>
                <a:moveTo>
                  <a:pt x="17" y="100"/>
                </a:moveTo>
                <a:cubicBezTo>
                  <a:pt x="17" y="100"/>
                  <a:pt x="17" y="100"/>
                  <a:pt x="17" y="100"/>
                </a:cubicBezTo>
                <a:cubicBezTo>
                  <a:pt x="20" y="95"/>
                  <a:pt x="24" y="92"/>
                  <a:pt x="29" y="89"/>
                </a:cubicBezTo>
                <a:cubicBezTo>
                  <a:pt x="35" y="86"/>
                  <a:pt x="42" y="84"/>
                  <a:pt x="49" y="84"/>
                </a:cubicBezTo>
                <a:cubicBezTo>
                  <a:pt x="56" y="84"/>
                  <a:pt x="64" y="86"/>
                  <a:pt x="70" y="89"/>
                </a:cubicBezTo>
                <a:cubicBezTo>
                  <a:pt x="74" y="92"/>
                  <a:pt x="78" y="95"/>
                  <a:pt x="82" y="100"/>
                </a:cubicBezTo>
                <a:cubicBezTo>
                  <a:pt x="80" y="94"/>
                  <a:pt x="78" y="89"/>
                  <a:pt x="76" y="85"/>
                </a:cubicBezTo>
                <a:cubicBezTo>
                  <a:pt x="76" y="85"/>
                  <a:pt x="76" y="85"/>
                  <a:pt x="76" y="85"/>
                </a:cubicBezTo>
                <a:cubicBezTo>
                  <a:pt x="70" y="75"/>
                  <a:pt x="62" y="69"/>
                  <a:pt x="53" y="66"/>
                </a:cubicBezTo>
                <a:cubicBezTo>
                  <a:pt x="53" y="66"/>
                  <a:pt x="53" y="66"/>
                  <a:pt x="53" y="66"/>
                </a:cubicBezTo>
                <a:cubicBezTo>
                  <a:pt x="53" y="66"/>
                  <a:pt x="53" y="66"/>
                  <a:pt x="53" y="66"/>
                </a:cubicBezTo>
                <a:cubicBezTo>
                  <a:pt x="53" y="66"/>
                  <a:pt x="52" y="66"/>
                  <a:pt x="52" y="66"/>
                </a:cubicBezTo>
                <a:cubicBezTo>
                  <a:pt x="52" y="66"/>
                  <a:pt x="52" y="66"/>
                  <a:pt x="52" y="66"/>
                </a:cubicBezTo>
                <a:cubicBezTo>
                  <a:pt x="52" y="66"/>
                  <a:pt x="52" y="66"/>
                  <a:pt x="52" y="66"/>
                </a:cubicBezTo>
                <a:cubicBezTo>
                  <a:pt x="52" y="66"/>
                  <a:pt x="52" y="66"/>
                  <a:pt x="52" y="66"/>
                </a:cubicBezTo>
                <a:cubicBezTo>
                  <a:pt x="52" y="66"/>
                  <a:pt x="52" y="66"/>
                  <a:pt x="52" y="66"/>
                </a:cubicBezTo>
                <a:cubicBezTo>
                  <a:pt x="52" y="66"/>
                  <a:pt x="52" y="66"/>
                  <a:pt x="52" y="66"/>
                </a:cubicBezTo>
                <a:cubicBezTo>
                  <a:pt x="52" y="65"/>
                  <a:pt x="52" y="65"/>
                  <a:pt x="51" y="65"/>
                </a:cubicBezTo>
                <a:cubicBezTo>
                  <a:pt x="51" y="65"/>
                  <a:pt x="51" y="65"/>
                  <a:pt x="51" y="65"/>
                </a:cubicBezTo>
                <a:cubicBezTo>
                  <a:pt x="51" y="65"/>
                  <a:pt x="51" y="64"/>
                  <a:pt x="51" y="64"/>
                </a:cubicBezTo>
                <a:cubicBezTo>
                  <a:pt x="51" y="64"/>
                  <a:pt x="51" y="64"/>
                  <a:pt x="51" y="64"/>
                </a:cubicBezTo>
                <a:cubicBezTo>
                  <a:pt x="51" y="64"/>
                  <a:pt x="51" y="64"/>
                  <a:pt x="51" y="64"/>
                </a:cubicBezTo>
                <a:cubicBezTo>
                  <a:pt x="51" y="64"/>
                  <a:pt x="51" y="64"/>
                  <a:pt x="51" y="64"/>
                </a:cubicBezTo>
                <a:cubicBezTo>
                  <a:pt x="51" y="64"/>
                  <a:pt x="51" y="64"/>
                  <a:pt x="51" y="64"/>
                </a:cubicBezTo>
                <a:cubicBezTo>
                  <a:pt x="51" y="63"/>
                  <a:pt x="51" y="63"/>
                  <a:pt x="51" y="63"/>
                </a:cubicBezTo>
                <a:cubicBezTo>
                  <a:pt x="51" y="63"/>
                  <a:pt x="51" y="63"/>
                  <a:pt x="51" y="63"/>
                </a:cubicBezTo>
                <a:cubicBezTo>
                  <a:pt x="51" y="63"/>
                  <a:pt x="51" y="63"/>
                  <a:pt x="51" y="63"/>
                </a:cubicBezTo>
                <a:cubicBezTo>
                  <a:pt x="51" y="63"/>
                  <a:pt x="51" y="63"/>
                  <a:pt x="51" y="63"/>
                </a:cubicBezTo>
                <a:cubicBezTo>
                  <a:pt x="51" y="62"/>
                  <a:pt x="51" y="62"/>
                  <a:pt x="51" y="62"/>
                </a:cubicBezTo>
                <a:cubicBezTo>
                  <a:pt x="52" y="62"/>
                  <a:pt x="52" y="62"/>
                  <a:pt x="52" y="62"/>
                </a:cubicBezTo>
                <a:cubicBezTo>
                  <a:pt x="52" y="62"/>
                  <a:pt x="52" y="62"/>
                  <a:pt x="52" y="62"/>
                </a:cubicBezTo>
                <a:cubicBezTo>
                  <a:pt x="52" y="62"/>
                  <a:pt x="52" y="62"/>
                  <a:pt x="52" y="62"/>
                </a:cubicBezTo>
                <a:cubicBezTo>
                  <a:pt x="52" y="62"/>
                  <a:pt x="52" y="62"/>
                  <a:pt x="52" y="62"/>
                </a:cubicBezTo>
                <a:cubicBezTo>
                  <a:pt x="52" y="61"/>
                  <a:pt x="52" y="61"/>
                  <a:pt x="52" y="61"/>
                </a:cubicBezTo>
                <a:cubicBezTo>
                  <a:pt x="52" y="61"/>
                  <a:pt x="52" y="61"/>
                  <a:pt x="52" y="61"/>
                </a:cubicBezTo>
                <a:cubicBezTo>
                  <a:pt x="52" y="61"/>
                  <a:pt x="53" y="61"/>
                  <a:pt x="53" y="61"/>
                </a:cubicBezTo>
                <a:cubicBezTo>
                  <a:pt x="53" y="61"/>
                  <a:pt x="53" y="61"/>
                  <a:pt x="53" y="61"/>
                </a:cubicBezTo>
                <a:cubicBezTo>
                  <a:pt x="53" y="61"/>
                  <a:pt x="53" y="61"/>
                  <a:pt x="53" y="61"/>
                </a:cubicBezTo>
                <a:cubicBezTo>
                  <a:pt x="62" y="58"/>
                  <a:pt x="70" y="53"/>
                  <a:pt x="76" y="43"/>
                </a:cubicBezTo>
                <a:cubicBezTo>
                  <a:pt x="76" y="43"/>
                  <a:pt x="76" y="43"/>
                  <a:pt x="76" y="43"/>
                </a:cubicBezTo>
                <a:cubicBezTo>
                  <a:pt x="81" y="35"/>
                  <a:pt x="84" y="24"/>
                  <a:pt x="84" y="9"/>
                </a:cubicBezTo>
                <a:cubicBezTo>
                  <a:pt x="15" y="9"/>
                  <a:pt x="15" y="9"/>
                  <a:pt x="15" y="9"/>
                </a:cubicBezTo>
                <a:cubicBezTo>
                  <a:pt x="15" y="24"/>
                  <a:pt x="18" y="35"/>
                  <a:pt x="23" y="43"/>
                </a:cubicBezTo>
                <a:cubicBezTo>
                  <a:pt x="23" y="43"/>
                  <a:pt x="23" y="43"/>
                  <a:pt x="23" y="43"/>
                </a:cubicBezTo>
                <a:cubicBezTo>
                  <a:pt x="29" y="53"/>
                  <a:pt x="37" y="58"/>
                  <a:pt x="45" y="61"/>
                </a:cubicBezTo>
                <a:cubicBezTo>
                  <a:pt x="46" y="61"/>
                  <a:pt x="46" y="61"/>
                  <a:pt x="46" y="61"/>
                </a:cubicBezTo>
                <a:cubicBezTo>
                  <a:pt x="46" y="61"/>
                  <a:pt x="46" y="61"/>
                  <a:pt x="46" y="61"/>
                </a:cubicBezTo>
                <a:cubicBezTo>
                  <a:pt x="46" y="61"/>
                  <a:pt x="46" y="61"/>
                  <a:pt x="46" y="61"/>
                </a:cubicBezTo>
                <a:cubicBezTo>
                  <a:pt x="46" y="61"/>
                  <a:pt x="46" y="61"/>
                  <a:pt x="46" y="61"/>
                </a:cubicBezTo>
                <a:cubicBezTo>
                  <a:pt x="47" y="62"/>
                  <a:pt x="47" y="62"/>
                  <a:pt x="47" y="62"/>
                </a:cubicBezTo>
                <a:cubicBezTo>
                  <a:pt x="47" y="62"/>
                  <a:pt x="47" y="62"/>
                  <a:pt x="47" y="62"/>
                </a:cubicBezTo>
                <a:cubicBezTo>
                  <a:pt x="47" y="62"/>
                  <a:pt x="47" y="62"/>
                  <a:pt x="47" y="62"/>
                </a:cubicBezTo>
                <a:cubicBezTo>
                  <a:pt x="47" y="62"/>
                  <a:pt x="47" y="62"/>
                  <a:pt x="47" y="62"/>
                </a:cubicBezTo>
                <a:cubicBezTo>
                  <a:pt x="47" y="62"/>
                  <a:pt x="47" y="62"/>
                  <a:pt x="47" y="62"/>
                </a:cubicBezTo>
                <a:cubicBezTo>
                  <a:pt x="47" y="63"/>
                  <a:pt x="47" y="63"/>
                  <a:pt x="47" y="63"/>
                </a:cubicBezTo>
                <a:cubicBezTo>
                  <a:pt x="47" y="63"/>
                  <a:pt x="47" y="63"/>
                  <a:pt x="48" y="63"/>
                </a:cubicBezTo>
                <a:cubicBezTo>
                  <a:pt x="48" y="63"/>
                  <a:pt x="48" y="63"/>
                  <a:pt x="48" y="63"/>
                </a:cubicBezTo>
                <a:cubicBezTo>
                  <a:pt x="48" y="63"/>
                  <a:pt x="48" y="63"/>
                  <a:pt x="48" y="63"/>
                </a:cubicBezTo>
                <a:cubicBezTo>
                  <a:pt x="48" y="64"/>
                  <a:pt x="48" y="64"/>
                  <a:pt x="48" y="64"/>
                </a:cubicBezTo>
                <a:cubicBezTo>
                  <a:pt x="48" y="64"/>
                  <a:pt x="48" y="64"/>
                  <a:pt x="48" y="64"/>
                </a:cubicBezTo>
                <a:cubicBezTo>
                  <a:pt x="48" y="64"/>
                  <a:pt x="48" y="64"/>
                  <a:pt x="48" y="64"/>
                </a:cubicBezTo>
                <a:cubicBezTo>
                  <a:pt x="48" y="64"/>
                  <a:pt x="48" y="64"/>
                  <a:pt x="48" y="64"/>
                </a:cubicBezTo>
                <a:cubicBezTo>
                  <a:pt x="48" y="64"/>
                  <a:pt x="48" y="64"/>
                  <a:pt x="48" y="64"/>
                </a:cubicBezTo>
                <a:cubicBezTo>
                  <a:pt x="47" y="64"/>
                  <a:pt x="47" y="65"/>
                  <a:pt x="47" y="65"/>
                </a:cubicBezTo>
                <a:cubicBezTo>
                  <a:pt x="47" y="65"/>
                  <a:pt x="47" y="65"/>
                  <a:pt x="47" y="65"/>
                </a:cubicBezTo>
                <a:cubicBezTo>
                  <a:pt x="47" y="65"/>
                  <a:pt x="47" y="65"/>
                  <a:pt x="47" y="66"/>
                </a:cubicBezTo>
                <a:cubicBezTo>
                  <a:pt x="47" y="66"/>
                  <a:pt x="47" y="66"/>
                  <a:pt x="47" y="66"/>
                </a:cubicBezTo>
                <a:cubicBezTo>
                  <a:pt x="47" y="66"/>
                  <a:pt x="47" y="66"/>
                  <a:pt x="47" y="66"/>
                </a:cubicBezTo>
                <a:cubicBezTo>
                  <a:pt x="47" y="66"/>
                  <a:pt x="47" y="66"/>
                  <a:pt x="47" y="66"/>
                </a:cubicBezTo>
                <a:cubicBezTo>
                  <a:pt x="46" y="66"/>
                  <a:pt x="46" y="66"/>
                  <a:pt x="46" y="66"/>
                </a:cubicBezTo>
                <a:cubicBezTo>
                  <a:pt x="46" y="66"/>
                  <a:pt x="46" y="66"/>
                  <a:pt x="46" y="66"/>
                </a:cubicBezTo>
                <a:cubicBezTo>
                  <a:pt x="46" y="66"/>
                  <a:pt x="46" y="66"/>
                  <a:pt x="46" y="66"/>
                </a:cubicBezTo>
                <a:cubicBezTo>
                  <a:pt x="46" y="66"/>
                  <a:pt x="46" y="66"/>
                  <a:pt x="46" y="66"/>
                </a:cubicBezTo>
                <a:cubicBezTo>
                  <a:pt x="45" y="66"/>
                  <a:pt x="45" y="66"/>
                  <a:pt x="45" y="66"/>
                </a:cubicBezTo>
                <a:cubicBezTo>
                  <a:pt x="37" y="69"/>
                  <a:pt x="29" y="75"/>
                  <a:pt x="23" y="85"/>
                </a:cubicBezTo>
                <a:cubicBezTo>
                  <a:pt x="23" y="85"/>
                  <a:pt x="23" y="85"/>
                  <a:pt x="23" y="85"/>
                </a:cubicBezTo>
                <a:cubicBezTo>
                  <a:pt x="20" y="89"/>
                  <a:pt x="18" y="94"/>
                  <a:pt x="17" y="100"/>
                </a:cubicBezTo>
                <a:close/>
                <a:moveTo>
                  <a:pt x="24" y="34"/>
                </a:moveTo>
                <a:cubicBezTo>
                  <a:pt x="24" y="34"/>
                  <a:pt x="24" y="34"/>
                  <a:pt x="24" y="34"/>
                </a:cubicBezTo>
                <a:cubicBezTo>
                  <a:pt x="26" y="39"/>
                  <a:pt x="29" y="44"/>
                  <a:pt x="33" y="48"/>
                </a:cubicBezTo>
                <a:cubicBezTo>
                  <a:pt x="37" y="52"/>
                  <a:pt x="41" y="55"/>
                  <a:pt x="47" y="56"/>
                </a:cubicBezTo>
                <a:cubicBezTo>
                  <a:pt x="47" y="56"/>
                  <a:pt x="47" y="56"/>
                  <a:pt x="47" y="56"/>
                </a:cubicBezTo>
                <a:cubicBezTo>
                  <a:pt x="47" y="56"/>
                  <a:pt x="47" y="56"/>
                  <a:pt x="47" y="56"/>
                </a:cubicBezTo>
                <a:cubicBezTo>
                  <a:pt x="48" y="57"/>
                  <a:pt x="48" y="57"/>
                  <a:pt x="48" y="57"/>
                </a:cubicBezTo>
                <a:cubicBezTo>
                  <a:pt x="48" y="57"/>
                  <a:pt x="48" y="57"/>
                  <a:pt x="48" y="57"/>
                </a:cubicBezTo>
                <a:cubicBezTo>
                  <a:pt x="48" y="57"/>
                  <a:pt x="48" y="57"/>
                  <a:pt x="48" y="57"/>
                </a:cubicBezTo>
                <a:cubicBezTo>
                  <a:pt x="49" y="57"/>
                  <a:pt x="49" y="57"/>
                  <a:pt x="49" y="57"/>
                </a:cubicBezTo>
                <a:cubicBezTo>
                  <a:pt x="49" y="57"/>
                  <a:pt x="50" y="57"/>
                  <a:pt x="51" y="57"/>
                </a:cubicBezTo>
                <a:cubicBezTo>
                  <a:pt x="51" y="57"/>
                  <a:pt x="51" y="57"/>
                  <a:pt x="51" y="57"/>
                </a:cubicBezTo>
                <a:cubicBezTo>
                  <a:pt x="52" y="56"/>
                  <a:pt x="52" y="56"/>
                  <a:pt x="52" y="56"/>
                </a:cubicBezTo>
                <a:cubicBezTo>
                  <a:pt x="52" y="56"/>
                  <a:pt x="52" y="56"/>
                  <a:pt x="52" y="56"/>
                </a:cubicBezTo>
                <a:cubicBezTo>
                  <a:pt x="52" y="56"/>
                  <a:pt x="52" y="56"/>
                  <a:pt x="52" y="56"/>
                </a:cubicBezTo>
                <a:cubicBezTo>
                  <a:pt x="57" y="55"/>
                  <a:pt x="62" y="52"/>
                  <a:pt x="66" y="48"/>
                </a:cubicBezTo>
                <a:cubicBezTo>
                  <a:pt x="66" y="48"/>
                  <a:pt x="66" y="48"/>
                  <a:pt x="66" y="48"/>
                </a:cubicBezTo>
                <a:cubicBezTo>
                  <a:pt x="70" y="44"/>
                  <a:pt x="73" y="39"/>
                  <a:pt x="75" y="34"/>
                </a:cubicBezTo>
                <a:cubicBezTo>
                  <a:pt x="75" y="32"/>
                  <a:pt x="75" y="31"/>
                  <a:pt x="73" y="30"/>
                </a:cubicBezTo>
                <a:cubicBezTo>
                  <a:pt x="72" y="30"/>
                  <a:pt x="70" y="30"/>
                  <a:pt x="69" y="32"/>
                </a:cubicBezTo>
                <a:cubicBezTo>
                  <a:pt x="68" y="36"/>
                  <a:pt x="65" y="41"/>
                  <a:pt x="62" y="44"/>
                </a:cubicBezTo>
                <a:cubicBezTo>
                  <a:pt x="59" y="47"/>
                  <a:pt x="55" y="49"/>
                  <a:pt x="50" y="51"/>
                </a:cubicBezTo>
                <a:cubicBezTo>
                  <a:pt x="50" y="51"/>
                  <a:pt x="50" y="51"/>
                  <a:pt x="50" y="51"/>
                </a:cubicBezTo>
                <a:cubicBezTo>
                  <a:pt x="50" y="51"/>
                  <a:pt x="50" y="51"/>
                  <a:pt x="50" y="51"/>
                </a:cubicBezTo>
                <a:cubicBezTo>
                  <a:pt x="50" y="51"/>
                  <a:pt x="50" y="51"/>
                  <a:pt x="50" y="51"/>
                </a:cubicBezTo>
                <a:cubicBezTo>
                  <a:pt x="49" y="51"/>
                  <a:pt x="49" y="51"/>
                  <a:pt x="49" y="51"/>
                </a:cubicBezTo>
                <a:cubicBezTo>
                  <a:pt x="49" y="51"/>
                  <a:pt x="49" y="51"/>
                  <a:pt x="49" y="51"/>
                </a:cubicBezTo>
                <a:cubicBezTo>
                  <a:pt x="49" y="51"/>
                  <a:pt x="49" y="51"/>
                  <a:pt x="49" y="51"/>
                </a:cubicBezTo>
                <a:cubicBezTo>
                  <a:pt x="49" y="51"/>
                  <a:pt x="49" y="51"/>
                  <a:pt x="49" y="51"/>
                </a:cubicBezTo>
                <a:cubicBezTo>
                  <a:pt x="44" y="49"/>
                  <a:pt x="40" y="47"/>
                  <a:pt x="37" y="44"/>
                </a:cubicBezTo>
                <a:cubicBezTo>
                  <a:pt x="34" y="41"/>
                  <a:pt x="31" y="36"/>
                  <a:pt x="29" y="32"/>
                </a:cubicBezTo>
                <a:cubicBezTo>
                  <a:pt x="29" y="30"/>
                  <a:pt x="27" y="30"/>
                  <a:pt x="26" y="30"/>
                </a:cubicBezTo>
                <a:cubicBezTo>
                  <a:pt x="24" y="31"/>
                  <a:pt x="23" y="32"/>
                  <a:pt x="24" y="34"/>
                </a:cubicBezTo>
                <a:close/>
                <a:moveTo>
                  <a:pt x="50" y="51"/>
                </a:moveTo>
                <a:cubicBezTo>
                  <a:pt x="50" y="51"/>
                  <a:pt x="50" y="51"/>
                  <a:pt x="50" y="51"/>
                </a:cubicBezTo>
                <a:cubicBezTo>
                  <a:pt x="50" y="51"/>
                  <a:pt x="50" y="51"/>
                  <a:pt x="50" y="51"/>
                </a:cubicBezTo>
                <a:cubicBezTo>
                  <a:pt x="50" y="51"/>
                  <a:pt x="50" y="51"/>
                  <a:pt x="50" y="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7" name="Freeform 19"/>
          <p:cNvSpPr>
            <a:spLocks noEditPoints="1"/>
          </p:cNvSpPr>
          <p:nvPr/>
        </p:nvSpPr>
        <p:spPr bwMode="auto">
          <a:xfrm>
            <a:off x="6861622" y="2728544"/>
            <a:ext cx="287481" cy="263700"/>
          </a:xfrm>
          <a:custGeom>
            <a:avLst/>
            <a:gdLst>
              <a:gd name="T0" fmla="*/ 79 w 126"/>
              <a:gd name="T1" fmla="*/ 53 h 115"/>
              <a:gd name="T2" fmla="*/ 83 w 126"/>
              <a:gd name="T3" fmla="*/ 69 h 115"/>
              <a:gd name="T4" fmla="*/ 83 w 126"/>
              <a:gd name="T5" fmla="*/ 77 h 115"/>
              <a:gd name="T6" fmla="*/ 89 w 126"/>
              <a:gd name="T7" fmla="*/ 71 h 115"/>
              <a:gd name="T8" fmla="*/ 83 w 126"/>
              <a:gd name="T9" fmla="*/ 49 h 115"/>
              <a:gd name="T10" fmla="*/ 64 w 126"/>
              <a:gd name="T11" fmla="*/ 46 h 115"/>
              <a:gd name="T12" fmla="*/ 122 w 126"/>
              <a:gd name="T13" fmla="*/ 105 h 115"/>
              <a:gd name="T14" fmla="*/ 118 w 126"/>
              <a:gd name="T15" fmla="*/ 105 h 115"/>
              <a:gd name="T16" fmla="*/ 122 w 126"/>
              <a:gd name="T17" fmla="*/ 29 h 115"/>
              <a:gd name="T18" fmla="*/ 122 w 126"/>
              <a:gd name="T19" fmla="*/ 19 h 115"/>
              <a:gd name="T20" fmla="*/ 76 w 126"/>
              <a:gd name="T21" fmla="*/ 13 h 115"/>
              <a:gd name="T22" fmla="*/ 63 w 126"/>
              <a:gd name="T23" fmla="*/ 0 h 115"/>
              <a:gd name="T24" fmla="*/ 51 w 126"/>
              <a:gd name="T25" fmla="*/ 13 h 115"/>
              <a:gd name="T26" fmla="*/ 5 w 126"/>
              <a:gd name="T27" fmla="*/ 19 h 115"/>
              <a:gd name="T28" fmla="*/ 5 w 126"/>
              <a:gd name="T29" fmla="*/ 29 h 115"/>
              <a:gd name="T30" fmla="*/ 9 w 126"/>
              <a:gd name="T31" fmla="*/ 105 h 115"/>
              <a:gd name="T32" fmla="*/ 0 w 126"/>
              <a:gd name="T33" fmla="*/ 110 h 115"/>
              <a:gd name="T34" fmla="*/ 122 w 126"/>
              <a:gd name="T35" fmla="*/ 115 h 115"/>
              <a:gd name="T36" fmla="*/ 122 w 126"/>
              <a:gd name="T37" fmla="*/ 105 h 115"/>
              <a:gd name="T38" fmla="*/ 58 w 126"/>
              <a:gd name="T39" fmla="*/ 8 h 115"/>
              <a:gd name="T40" fmla="*/ 68 w 126"/>
              <a:gd name="T41" fmla="*/ 8 h 115"/>
              <a:gd name="T42" fmla="*/ 68 w 126"/>
              <a:gd name="T43" fmla="*/ 17 h 115"/>
              <a:gd name="T44" fmla="*/ 63 w 126"/>
              <a:gd name="T45" fmla="*/ 19 h 115"/>
              <a:gd name="T46" fmla="*/ 56 w 126"/>
              <a:gd name="T47" fmla="*/ 13 h 115"/>
              <a:gd name="T48" fmla="*/ 112 w 126"/>
              <a:gd name="T49" fmla="*/ 105 h 115"/>
              <a:gd name="T50" fmla="*/ 14 w 126"/>
              <a:gd name="T51" fmla="*/ 105 h 115"/>
              <a:gd name="T52" fmla="*/ 112 w 126"/>
              <a:gd name="T53" fmla="*/ 29 h 115"/>
              <a:gd name="T54" fmla="*/ 59 w 126"/>
              <a:gd name="T55" fmla="*/ 91 h 115"/>
              <a:gd name="T56" fmla="*/ 71 w 126"/>
              <a:gd name="T57" fmla="*/ 89 h 115"/>
              <a:gd name="T58" fmla="*/ 79 w 126"/>
              <a:gd name="T59" fmla="*/ 80 h 115"/>
              <a:gd name="T60" fmla="*/ 78 w 126"/>
              <a:gd name="T61" fmla="*/ 76 h 115"/>
              <a:gd name="T62" fmla="*/ 62 w 126"/>
              <a:gd name="T63" fmla="*/ 50 h 115"/>
              <a:gd name="T64" fmla="*/ 44 w 126"/>
              <a:gd name="T65" fmla="*/ 53 h 115"/>
              <a:gd name="T66" fmla="*/ 44 w 126"/>
              <a:gd name="T67" fmla="*/ 85 h 115"/>
              <a:gd name="T68" fmla="*/ 48 w 126"/>
              <a:gd name="T69" fmla="*/ 57 h 115"/>
              <a:gd name="T70" fmla="*/ 57 w 126"/>
              <a:gd name="T71" fmla="*/ 53 h 115"/>
              <a:gd name="T72" fmla="*/ 58 w 126"/>
              <a:gd name="T73" fmla="*/ 72 h 115"/>
              <a:gd name="T74" fmla="*/ 68 w 126"/>
              <a:gd name="T75" fmla="*/ 83 h 115"/>
              <a:gd name="T76" fmla="*/ 59 w 126"/>
              <a:gd name="T77" fmla="*/ 86 h 115"/>
              <a:gd name="T78" fmla="*/ 43 w 126"/>
              <a:gd name="T79" fmla="*/ 69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26" h="115">
                <a:moveTo>
                  <a:pt x="67" y="49"/>
                </a:moveTo>
                <a:cubicBezTo>
                  <a:pt x="72" y="49"/>
                  <a:pt x="76" y="50"/>
                  <a:pt x="79" y="53"/>
                </a:cubicBezTo>
                <a:cubicBezTo>
                  <a:pt x="82" y="56"/>
                  <a:pt x="84" y="61"/>
                  <a:pt x="84" y="65"/>
                </a:cubicBezTo>
                <a:cubicBezTo>
                  <a:pt x="84" y="67"/>
                  <a:pt x="84" y="68"/>
                  <a:pt x="83" y="69"/>
                </a:cubicBezTo>
                <a:cubicBezTo>
                  <a:pt x="83" y="71"/>
                  <a:pt x="82" y="72"/>
                  <a:pt x="82" y="73"/>
                </a:cubicBezTo>
                <a:cubicBezTo>
                  <a:pt x="81" y="75"/>
                  <a:pt x="81" y="77"/>
                  <a:pt x="83" y="77"/>
                </a:cubicBezTo>
                <a:cubicBezTo>
                  <a:pt x="84" y="78"/>
                  <a:pt x="86" y="78"/>
                  <a:pt x="87" y="76"/>
                </a:cubicBezTo>
                <a:cubicBezTo>
                  <a:pt x="88" y="75"/>
                  <a:pt x="88" y="73"/>
                  <a:pt x="89" y="71"/>
                </a:cubicBezTo>
                <a:cubicBezTo>
                  <a:pt x="89" y="69"/>
                  <a:pt x="90" y="67"/>
                  <a:pt x="90" y="65"/>
                </a:cubicBezTo>
                <a:cubicBezTo>
                  <a:pt x="90" y="59"/>
                  <a:pt x="87" y="53"/>
                  <a:pt x="83" y="49"/>
                </a:cubicBezTo>
                <a:cubicBezTo>
                  <a:pt x="79" y="45"/>
                  <a:pt x="73" y="43"/>
                  <a:pt x="67" y="43"/>
                </a:cubicBezTo>
                <a:cubicBezTo>
                  <a:pt x="66" y="43"/>
                  <a:pt x="64" y="44"/>
                  <a:pt x="64" y="46"/>
                </a:cubicBezTo>
                <a:cubicBezTo>
                  <a:pt x="64" y="47"/>
                  <a:pt x="66" y="49"/>
                  <a:pt x="67" y="49"/>
                </a:cubicBezTo>
                <a:close/>
                <a:moveTo>
                  <a:pt x="122" y="105"/>
                </a:moveTo>
                <a:cubicBezTo>
                  <a:pt x="122" y="105"/>
                  <a:pt x="122" y="105"/>
                  <a:pt x="122" y="105"/>
                </a:cubicBezTo>
                <a:cubicBezTo>
                  <a:pt x="118" y="105"/>
                  <a:pt x="118" y="105"/>
                  <a:pt x="118" y="105"/>
                </a:cubicBezTo>
                <a:cubicBezTo>
                  <a:pt x="118" y="29"/>
                  <a:pt x="118" y="29"/>
                  <a:pt x="118" y="29"/>
                </a:cubicBezTo>
                <a:cubicBezTo>
                  <a:pt x="122" y="29"/>
                  <a:pt x="122" y="29"/>
                  <a:pt x="122" y="29"/>
                </a:cubicBezTo>
                <a:cubicBezTo>
                  <a:pt x="124" y="29"/>
                  <a:pt x="126" y="27"/>
                  <a:pt x="126" y="24"/>
                </a:cubicBezTo>
                <a:cubicBezTo>
                  <a:pt x="126" y="22"/>
                  <a:pt x="124" y="19"/>
                  <a:pt x="122" y="19"/>
                </a:cubicBezTo>
                <a:cubicBezTo>
                  <a:pt x="74" y="19"/>
                  <a:pt x="74" y="19"/>
                  <a:pt x="74" y="19"/>
                </a:cubicBezTo>
                <a:cubicBezTo>
                  <a:pt x="75" y="17"/>
                  <a:pt x="76" y="15"/>
                  <a:pt x="76" y="13"/>
                </a:cubicBezTo>
                <a:cubicBezTo>
                  <a:pt x="76" y="9"/>
                  <a:pt x="75" y="6"/>
                  <a:pt x="72" y="4"/>
                </a:cubicBezTo>
                <a:cubicBezTo>
                  <a:pt x="70" y="1"/>
                  <a:pt x="67" y="0"/>
                  <a:pt x="63" y="0"/>
                </a:cubicBezTo>
                <a:cubicBezTo>
                  <a:pt x="60" y="0"/>
                  <a:pt x="57" y="1"/>
                  <a:pt x="54" y="4"/>
                </a:cubicBezTo>
                <a:cubicBezTo>
                  <a:pt x="52" y="6"/>
                  <a:pt x="51" y="9"/>
                  <a:pt x="51" y="13"/>
                </a:cubicBezTo>
                <a:cubicBezTo>
                  <a:pt x="51" y="15"/>
                  <a:pt x="51" y="17"/>
                  <a:pt x="53" y="19"/>
                </a:cubicBezTo>
                <a:cubicBezTo>
                  <a:pt x="5" y="19"/>
                  <a:pt x="5" y="19"/>
                  <a:pt x="5" y="19"/>
                </a:cubicBezTo>
                <a:cubicBezTo>
                  <a:pt x="2" y="19"/>
                  <a:pt x="0" y="22"/>
                  <a:pt x="0" y="24"/>
                </a:cubicBezTo>
                <a:cubicBezTo>
                  <a:pt x="0" y="27"/>
                  <a:pt x="2" y="29"/>
                  <a:pt x="5" y="29"/>
                </a:cubicBezTo>
                <a:cubicBezTo>
                  <a:pt x="9" y="29"/>
                  <a:pt x="9" y="29"/>
                  <a:pt x="9" y="29"/>
                </a:cubicBezTo>
                <a:cubicBezTo>
                  <a:pt x="9" y="105"/>
                  <a:pt x="9" y="105"/>
                  <a:pt x="9" y="105"/>
                </a:cubicBezTo>
                <a:cubicBezTo>
                  <a:pt x="5" y="105"/>
                  <a:pt x="5" y="105"/>
                  <a:pt x="5" y="105"/>
                </a:cubicBezTo>
                <a:cubicBezTo>
                  <a:pt x="2" y="105"/>
                  <a:pt x="0" y="107"/>
                  <a:pt x="0" y="110"/>
                </a:cubicBezTo>
                <a:cubicBezTo>
                  <a:pt x="0" y="113"/>
                  <a:pt x="2" y="115"/>
                  <a:pt x="5" y="115"/>
                </a:cubicBezTo>
                <a:cubicBezTo>
                  <a:pt x="122" y="115"/>
                  <a:pt x="122" y="115"/>
                  <a:pt x="122" y="115"/>
                </a:cubicBezTo>
                <a:cubicBezTo>
                  <a:pt x="124" y="115"/>
                  <a:pt x="126" y="113"/>
                  <a:pt x="126" y="110"/>
                </a:cubicBezTo>
                <a:cubicBezTo>
                  <a:pt x="126" y="107"/>
                  <a:pt x="124" y="105"/>
                  <a:pt x="122" y="105"/>
                </a:cubicBezTo>
                <a:close/>
                <a:moveTo>
                  <a:pt x="58" y="8"/>
                </a:moveTo>
                <a:cubicBezTo>
                  <a:pt x="58" y="8"/>
                  <a:pt x="58" y="8"/>
                  <a:pt x="58" y="8"/>
                </a:cubicBezTo>
                <a:cubicBezTo>
                  <a:pt x="60" y="6"/>
                  <a:pt x="61" y="6"/>
                  <a:pt x="63" y="6"/>
                </a:cubicBezTo>
                <a:cubicBezTo>
                  <a:pt x="65" y="6"/>
                  <a:pt x="67" y="6"/>
                  <a:pt x="68" y="8"/>
                </a:cubicBezTo>
                <a:cubicBezTo>
                  <a:pt x="69" y="9"/>
                  <a:pt x="70" y="11"/>
                  <a:pt x="70" y="13"/>
                </a:cubicBezTo>
                <a:cubicBezTo>
                  <a:pt x="70" y="14"/>
                  <a:pt x="69" y="16"/>
                  <a:pt x="68" y="17"/>
                </a:cubicBezTo>
                <a:cubicBezTo>
                  <a:pt x="67" y="19"/>
                  <a:pt x="65" y="19"/>
                  <a:pt x="63" y="19"/>
                </a:cubicBezTo>
                <a:cubicBezTo>
                  <a:pt x="63" y="19"/>
                  <a:pt x="63" y="19"/>
                  <a:pt x="63" y="19"/>
                </a:cubicBezTo>
                <a:cubicBezTo>
                  <a:pt x="61" y="19"/>
                  <a:pt x="60" y="19"/>
                  <a:pt x="58" y="17"/>
                </a:cubicBezTo>
                <a:cubicBezTo>
                  <a:pt x="57" y="16"/>
                  <a:pt x="56" y="14"/>
                  <a:pt x="56" y="13"/>
                </a:cubicBezTo>
                <a:cubicBezTo>
                  <a:pt x="56" y="11"/>
                  <a:pt x="57" y="9"/>
                  <a:pt x="58" y="8"/>
                </a:cubicBezTo>
                <a:close/>
                <a:moveTo>
                  <a:pt x="112" y="105"/>
                </a:moveTo>
                <a:cubicBezTo>
                  <a:pt x="112" y="105"/>
                  <a:pt x="112" y="105"/>
                  <a:pt x="112" y="105"/>
                </a:cubicBezTo>
                <a:cubicBezTo>
                  <a:pt x="14" y="105"/>
                  <a:pt x="14" y="105"/>
                  <a:pt x="14" y="105"/>
                </a:cubicBezTo>
                <a:cubicBezTo>
                  <a:pt x="14" y="29"/>
                  <a:pt x="14" y="29"/>
                  <a:pt x="14" y="29"/>
                </a:cubicBezTo>
                <a:cubicBezTo>
                  <a:pt x="112" y="29"/>
                  <a:pt x="112" y="29"/>
                  <a:pt x="112" y="29"/>
                </a:cubicBezTo>
                <a:cubicBezTo>
                  <a:pt x="112" y="105"/>
                  <a:pt x="112" y="105"/>
                  <a:pt x="112" y="105"/>
                </a:cubicBezTo>
                <a:close/>
                <a:moveTo>
                  <a:pt x="59" y="91"/>
                </a:moveTo>
                <a:cubicBezTo>
                  <a:pt x="59" y="91"/>
                  <a:pt x="59" y="91"/>
                  <a:pt x="59" y="91"/>
                </a:cubicBezTo>
                <a:cubicBezTo>
                  <a:pt x="63" y="91"/>
                  <a:pt x="67" y="90"/>
                  <a:pt x="71" y="89"/>
                </a:cubicBezTo>
                <a:cubicBezTo>
                  <a:pt x="71" y="88"/>
                  <a:pt x="71" y="88"/>
                  <a:pt x="71" y="88"/>
                </a:cubicBezTo>
                <a:cubicBezTo>
                  <a:pt x="74" y="87"/>
                  <a:pt x="77" y="84"/>
                  <a:pt x="79" y="80"/>
                </a:cubicBezTo>
                <a:cubicBezTo>
                  <a:pt x="79" y="80"/>
                  <a:pt x="79" y="80"/>
                  <a:pt x="79" y="80"/>
                </a:cubicBezTo>
                <a:cubicBezTo>
                  <a:pt x="80" y="79"/>
                  <a:pt x="79" y="77"/>
                  <a:pt x="78" y="76"/>
                </a:cubicBezTo>
                <a:cubicBezTo>
                  <a:pt x="62" y="67"/>
                  <a:pt x="62" y="67"/>
                  <a:pt x="62" y="67"/>
                </a:cubicBezTo>
                <a:cubicBezTo>
                  <a:pt x="62" y="50"/>
                  <a:pt x="62" y="50"/>
                  <a:pt x="62" y="50"/>
                </a:cubicBezTo>
                <a:cubicBezTo>
                  <a:pt x="62" y="48"/>
                  <a:pt x="61" y="47"/>
                  <a:pt x="59" y="47"/>
                </a:cubicBezTo>
                <a:cubicBezTo>
                  <a:pt x="53" y="47"/>
                  <a:pt x="48" y="49"/>
                  <a:pt x="44" y="53"/>
                </a:cubicBezTo>
                <a:cubicBezTo>
                  <a:pt x="40" y="57"/>
                  <a:pt x="37" y="63"/>
                  <a:pt x="37" y="69"/>
                </a:cubicBezTo>
                <a:cubicBezTo>
                  <a:pt x="37" y="75"/>
                  <a:pt x="40" y="81"/>
                  <a:pt x="44" y="85"/>
                </a:cubicBezTo>
                <a:cubicBezTo>
                  <a:pt x="48" y="89"/>
                  <a:pt x="53" y="91"/>
                  <a:pt x="59" y="91"/>
                </a:cubicBezTo>
                <a:close/>
                <a:moveTo>
                  <a:pt x="48" y="57"/>
                </a:moveTo>
                <a:cubicBezTo>
                  <a:pt x="48" y="57"/>
                  <a:pt x="48" y="57"/>
                  <a:pt x="48" y="57"/>
                </a:cubicBezTo>
                <a:cubicBezTo>
                  <a:pt x="50" y="55"/>
                  <a:pt x="53" y="53"/>
                  <a:pt x="57" y="53"/>
                </a:cubicBezTo>
                <a:cubicBezTo>
                  <a:pt x="57" y="69"/>
                  <a:pt x="57" y="69"/>
                  <a:pt x="57" y="69"/>
                </a:cubicBezTo>
                <a:cubicBezTo>
                  <a:pt x="57" y="70"/>
                  <a:pt x="57" y="71"/>
                  <a:pt x="58" y="72"/>
                </a:cubicBezTo>
                <a:cubicBezTo>
                  <a:pt x="72" y="80"/>
                  <a:pt x="72" y="80"/>
                  <a:pt x="72" y="80"/>
                </a:cubicBezTo>
                <a:cubicBezTo>
                  <a:pt x="71" y="81"/>
                  <a:pt x="69" y="82"/>
                  <a:pt x="68" y="83"/>
                </a:cubicBezTo>
                <a:cubicBezTo>
                  <a:pt x="68" y="84"/>
                  <a:pt x="68" y="84"/>
                  <a:pt x="68" y="84"/>
                </a:cubicBezTo>
                <a:cubicBezTo>
                  <a:pt x="65" y="85"/>
                  <a:pt x="62" y="86"/>
                  <a:pt x="59" y="86"/>
                </a:cubicBezTo>
                <a:cubicBezTo>
                  <a:pt x="55" y="86"/>
                  <a:pt x="51" y="84"/>
                  <a:pt x="48" y="81"/>
                </a:cubicBezTo>
                <a:cubicBezTo>
                  <a:pt x="45" y="78"/>
                  <a:pt x="43" y="74"/>
                  <a:pt x="43" y="69"/>
                </a:cubicBezTo>
                <a:cubicBezTo>
                  <a:pt x="43" y="64"/>
                  <a:pt x="45" y="60"/>
                  <a:pt x="48" y="5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8" name="Freeform 20"/>
          <p:cNvSpPr>
            <a:spLocks noEditPoints="1"/>
          </p:cNvSpPr>
          <p:nvPr/>
        </p:nvSpPr>
        <p:spPr bwMode="auto">
          <a:xfrm>
            <a:off x="5634430" y="2730817"/>
            <a:ext cx="280664" cy="259154"/>
          </a:xfrm>
          <a:custGeom>
            <a:avLst/>
            <a:gdLst>
              <a:gd name="T0" fmla="*/ 95 w 123"/>
              <a:gd name="T1" fmla="*/ 54 h 113"/>
              <a:gd name="T2" fmla="*/ 122 w 123"/>
              <a:gd name="T3" fmla="*/ 38 h 113"/>
              <a:gd name="T4" fmla="*/ 111 w 123"/>
              <a:gd name="T5" fmla="*/ 36 h 113"/>
              <a:gd name="T6" fmla="*/ 96 w 123"/>
              <a:gd name="T7" fmla="*/ 28 h 113"/>
              <a:gd name="T8" fmla="*/ 105 w 123"/>
              <a:gd name="T9" fmla="*/ 14 h 113"/>
              <a:gd name="T10" fmla="*/ 114 w 123"/>
              <a:gd name="T11" fmla="*/ 7 h 113"/>
              <a:gd name="T12" fmla="*/ 74 w 123"/>
              <a:gd name="T13" fmla="*/ 14 h 113"/>
              <a:gd name="T14" fmla="*/ 72 w 123"/>
              <a:gd name="T15" fmla="*/ 35 h 113"/>
              <a:gd name="T16" fmla="*/ 50 w 123"/>
              <a:gd name="T17" fmla="*/ 21 h 113"/>
              <a:gd name="T18" fmla="*/ 55 w 123"/>
              <a:gd name="T19" fmla="*/ 13 h 113"/>
              <a:gd name="T20" fmla="*/ 64 w 123"/>
              <a:gd name="T21" fmla="*/ 7 h 113"/>
              <a:gd name="T22" fmla="*/ 33 w 123"/>
              <a:gd name="T23" fmla="*/ 6 h 113"/>
              <a:gd name="T24" fmla="*/ 30 w 123"/>
              <a:gd name="T25" fmla="*/ 6 h 113"/>
              <a:gd name="T26" fmla="*/ 13 w 123"/>
              <a:gd name="T27" fmla="*/ 22 h 113"/>
              <a:gd name="T28" fmla="*/ 14 w 123"/>
              <a:gd name="T29" fmla="*/ 25 h 113"/>
              <a:gd name="T30" fmla="*/ 10 w 123"/>
              <a:gd name="T31" fmla="*/ 27 h 113"/>
              <a:gd name="T32" fmla="*/ 1 w 123"/>
              <a:gd name="T33" fmla="*/ 39 h 113"/>
              <a:gd name="T34" fmla="*/ 9 w 123"/>
              <a:gd name="T35" fmla="*/ 46 h 113"/>
              <a:gd name="T36" fmla="*/ 9 w 123"/>
              <a:gd name="T37" fmla="*/ 46 h 113"/>
              <a:gd name="T38" fmla="*/ 9 w 123"/>
              <a:gd name="T39" fmla="*/ 47 h 113"/>
              <a:gd name="T40" fmla="*/ 27 w 123"/>
              <a:gd name="T41" fmla="*/ 48 h 113"/>
              <a:gd name="T42" fmla="*/ 28 w 123"/>
              <a:gd name="T43" fmla="*/ 42 h 113"/>
              <a:gd name="T44" fmla="*/ 49 w 123"/>
              <a:gd name="T45" fmla="*/ 58 h 113"/>
              <a:gd name="T46" fmla="*/ 25 w 123"/>
              <a:gd name="T47" fmla="*/ 111 h 113"/>
              <a:gd name="T48" fmla="*/ 103 w 123"/>
              <a:gd name="T49" fmla="*/ 112 h 113"/>
              <a:gd name="T50" fmla="*/ 120 w 123"/>
              <a:gd name="T51" fmla="*/ 95 h 113"/>
              <a:gd name="T52" fmla="*/ 34 w 123"/>
              <a:gd name="T53" fmla="*/ 35 h 113"/>
              <a:gd name="T54" fmla="*/ 28 w 123"/>
              <a:gd name="T55" fmla="*/ 36 h 113"/>
              <a:gd name="T56" fmla="*/ 24 w 123"/>
              <a:gd name="T57" fmla="*/ 38 h 113"/>
              <a:gd name="T58" fmla="*/ 18 w 123"/>
              <a:gd name="T59" fmla="*/ 48 h 113"/>
              <a:gd name="T60" fmla="*/ 13 w 123"/>
              <a:gd name="T61" fmla="*/ 42 h 113"/>
              <a:gd name="T62" fmla="*/ 13 w 123"/>
              <a:gd name="T63" fmla="*/ 42 h 113"/>
              <a:gd name="T64" fmla="*/ 13 w 123"/>
              <a:gd name="T65" fmla="*/ 42 h 113"/>
              <a:gd name="T66" fmla="*/ 11 w 123"/>
              <a:gd name="T67" fmla="*/ 33 h 113"/>
              <a:gd name="T68" fmla="*/ 18 w 123"/>
              <a:gd name="T69" fmla="*/ 30 h 113"/>
              <a:gd name="T70" fmla="*/ 21 w 123"/>
              <a:gd name="T71" fmla="*/ 25 h 113"/>
              <a:gd name="T72" fmla="*/ 28 w 123"/>
              <a:gd name="T73" fmla="*/ 12 h 113"/>
              <a:gd name="T74" fmla="*/ 36 w 123"/>
              <a:gd name="T75" fmla="*/ 11 h 113"/>
              <a:gd name="T76" fmla="*/ 40 w 123"/>
              <a:gd name="T77" fmla="*/ 10 h 113"/>
              <a:gd name="T78" fmla="*/ 53 w 123"/>
              <a:gd name="T79" fmla="*/ 7 h 113"/>
              <a:gd name="T80" fmla="*/ 45 w 123"/>
              <a:gd name="T81" fmla="*/ 19 h 113"/>
              <a:gd name="T82" fmla="*/ 43 w 123"/>
              <a:gd name="T83" fmla="*/ 26 h 113"/>
              <a:gd name="T84" fmla="*/ 34 w 123"/>
              <a:gd name="T85" fmla="*/ 35 h 113"/>
              <a:gd name="T86" fmla="*/ 19 w 123"/>
              <a:gd name="T87" fmla="*/ 96 h 113"/>
              <a:gd name="T88" fmla="*/ 78 w 123"/>
              <a:gd name="T89" fmla="*/ 35 h 113"/>
              <a:gd name="T90" fmla="*/ 77 w 123"/>
              <a:gd name="T91" fmla="*/ 33 h 113"/>
              <a:gd name="T92" fmla="*/ 102 w 123"/>
              <a:gd name="T93" fmla="*/ 7 h 113"/>
              <a:gd name="T94" fmla="*/ 96 w 123"/>
              <a:gd name="T95" fmla="*/ 10 h 113"/>
              <a:gd name="T96" fmla="*/ 90 w 123"/>
              <a:gd name="T97" fmla="*/ 31 h 113"/>
              <a:gd name="T98" fmla="*/ 105 w 123"/>
              <a:gd name="T99" fmla="*/ 43 h 113"/>
              <a:gd name="T100" fmla="*/ 111 w 123"/>
              <a:gd name="T101" fmla="*/ 43 h 113"/>
              <a:gd name="T102" fmla="*/ 88 w 123"/>
              <a:gd name="T103" fmla="*/ 47 h 113"/>
              <a:gd name="T104" fmla="*/ 105 w 123"/>
              <a:gd name="T105" fmla="*/ 106 h 113"/>
              <a:gd name="T106" fmla="*/ 78 w 123"/>
              <a:gd name="T107" fmla="*/ 62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23" h="113">
                <a:moveTo>
                  <a:pt x="82" y="58"/>
                </a:moveTo>
                <a:cubicBezTo>
                  <a:pt x="88" y="53"/>
                  <a:pt x="88" y="53"/>
                  <a:pt x="88" y="53"/>
                </a:cubicBezTo>
                <a:cubicBezTo>
                  <a:pt x="90" y="54"/>
                  <a:pt x="92" y="54"/>
                  <a:pt x="95" y="54"/>
                </a:cubicBezTo>
                <a:cubicBezTo>
                  <a:pt x="98" y="55"/>
                  <a:pt x="101" y="54"/>
                  <a:pt x="104" y="54"/>
                </a:cubicBezTo>
                <a:cubicBezTo>
                  <a:pt x="108" y="53"/>
                  <a:pt x="112" y="50"/>
                  <a:pt x="115" y="48"/>
                </a:cubicBezTo>
                <a:cubicBezTo>
                  <a:pt x="118" y="45"/>
                  <a:pt x="121" y="41"/>
                  <a:pt x="122" y="38"/>
                </a:cubicBezTo>
                <a:cubicBezTo>
                  <a:pt x="123" y="36"/>
                  <a:pt x="122" y="34"/>
                  <a:pt x="121" y="34"/>
                </a:cubicBezTo>
                <a:cubicBezTo>
                  <a:pt x="120" y="34"/>
                  <a:pt x="119" y="34"/>
                  <a:pt x="119" y="34"/>
                </a:cubicBezTo>
                <a:cubicBezTo>
                  <a:pt x="111" y="36"/>
                  <a:pt x="111" y="36"/>
                  <a:pt x="111" y="36"/>
                </a:cubicBezTo>
                <a:cubicBezTo>
                  <a:pt x="105" y="37"/>
                  <a:pt x="105" y="37"/>
                  <a:pt x="105" y="37"/>
                </a:cubicBezTo>
                <a:cubicBezTo>
                  <a:pt x="100" y="33"/>
                  <a:pt x="100" y="33"/>
                  <a:pt x="100" y="33"/>
                </a:cubicBezTo>
                <a:cubicBezTo>
                  <a:pt x="96" y="28"/>
                  <a:pt x="96" y="28"/>
                  <a:pt x="96" y="28"/>
                </a:cubicBezTo>
                <a:cubicBezTo>
                  <a:pt x="97" y="22"/>
                  <a:pt x="97" y="22"/>
                  <a:pt x="97" y="22"/>
                </a:cubicBezTo>
                <a:cubicBezTo>
                  <a:pt x="99" y="16"/>
                  <a:pt x="99" y="16"/>
                  <a:pt x="99" y="16"/>
                </a:cubicBezTo>
                <a:cubicBezTo>
                  <a:pt x="105" y="14"/>
                  <a:pt x="105" y="14"/>
                  <a:pt x="105" y="14"/>
                </a:cubicBezTo>
                <a:cubicBezTo>
                  <a:pt x="113" y="12"/>
                  <a:pt x="113" y="12"/>
                  <a:pt x="113" y="12"/>
                </a:cubicBezTo>
                <a:cubicBezTo>
                  <a:pt x="115" y="11"/>
                  <a:pt x="115" y="10"/>
                  <a:pt x="115" y="8"/>
                </a:cubicBezTo>
                <a:cubicBezTo>
                  <a:pt x="115" y="8"/>
                  <a:pt x="115" y="7"/>
                  <a:pt x="114" y="7"/>
                </a:cubicBezTo>
                <a:cubicBezTo>
                  <a:pt x="111" y="4"/>
                  <a:pt x="107" y="2"/>
                  <a:pt x="103" y="1"/>
                </a:cubicBezTo>
                <a:cubicBezTo>
                  <a:pt x="99" y="1"/>
                  <a:pt x="95" y="1"/>
                  <a:pt x="90" y="2"/>
                </a:cubicBezTo>
                <a:cubicBezTo>
                  <a:pt x="83" y="4"/>
                  <a:pt x="78" y="8"/>
                  <a:pt x="74" y="14"/>
                </a:cubicBezTo>
                <a:cubicBezTo>
                  <a:pt x="71" y="20"/>
                  <a:pt x="70" y="28"/>
                  <a:pt x="7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2" y="35"/>
                  <a:pt x="72" y="35"/>
                  <a:pt x="72" y="35"/>
                </a:cubicBezTo>
                <a:cubicBezTo>
                  <a:pt x="66" y="41"/>
                  <a:pt x="66" y="41"/>
                  <a:pt x="66" y="41"/>
                </a:cubicBezTo>
                <a:cubicBezTo>
                  <a:pt x="48" y="24"/>
                  <a:pt x="48" y="24"/>
                  <a:pt x="48" y="24"/>
                </a:cubicBezTo>
                <a:cubicBezTo>
                  <a:pt x="49" y="23"/>
                  <a:pt x="49" y="22"/>
                  <a:pt x="50" y="21"/>
                </a:cubicBezTo>
                <a:cubicBezTo>
                  <a:pt x="50" y="21"/>
                  <a:pt x="50" y="21"/>
                  <a:pt x="50" y="21"/>
                </a:cubicBezTo>
                <a:cubicBezTo>
                  <a:pt x="50" y="19"/>
                  <a:pt x="51" y="18"/>
                  <a:pt x="51" y="17"/>
                </a:cubicBezTo>
                <a:cubicBezTo>
                  <a:pt x="52" y="15"/>
                  <a:pt x="54" y="13"/>
                  <a:pt x="55" y="13"/>
                </a:cubicBezTo>
                <a:cubicBezTo>
                  <a:pt x="57" y="12"/>
                  <a:pt x="59" y="12"/>
                  <a:pt x="62" y="12"/>
                </a:cubicBezTo>
                <a:cubicBezTo>
                  <a:pt x="63" y="12"/>
                  <a:pt x="64" y="12"/>
                  <a:pt x="64" y="11"/>
                </a:cubicBezTo>
                <a:cubicBezTo>
                  <a:pt x="65" y="10"/>
                  <a:pt x="65" y="8"/>
                  <a:pt x="64" y="7"/>
                </a:cubicBezTo>
                <a:cubicBezTo>
                  <a:pt x="60" y="3"/>
                  <a:pt x="55" y="0"/>
                  <a:pt x="50" y="0"/>
                </a:cubicBezTo>
                <a:cubicBezTo>
                  <a:pt x="45" y="0"/>
                  <a:pt x="41" y="1"/>
                  <a:pt x="36" y="5"/>
                </a:cubicBezTo>
                <a:cubicBezTo>
                  <a:pt x="35" y="5"/>
                  <a:pt x="34" y="6"/>
                  <a:pt x="33" y="6"/>
                </a:cubicBezTo>
                <a:cubicBezTo>
                  <a:pt x="33" y="7"/>
                  <a:pt x="32" y="7"/>
                  <a:pt x="32" y="7"/>
                </a:cubicBezTo>
                <a:cubicBezTo>
                  <a:pt x="30" y="6"/>
                  <a:pt x="30" y="6"/>
                  <a:pt x="30" y="6"/>
                </a:cubicBezTo>
                <a:cubicBezTo>
                  <a:pt x="30" y="6"/>
                  <a:pt x="30" y="6"/>
                  <a:pt x="30" y="6"/>
                </a:cubicBezTo>
                <a:cubicBezTo>
                  <a:pt x="29" y="5"/>
                  <a:pt x="27" y="5"/>
                  <a:pt x="26" y="6"/>
                </a:cubicBezTo>
                <a:cubicBezTo>
                  <a:pt x="13" y="18"/>
                  <a:pt x="13" y="18"/>
                  <a:pt x="13" y="18"/>
                </a:cubicBezTo>
                <a:cubicBezTo>
                  <a:pt x="12" y="20"/>
                  <a:pt x="12" y="21"/>
                  <a:pt x="13" y="22"/>
                </a:cubicBezTo>
                <a:cubicBezTo>
                  <a:pt x="15" y="24"/>
                  <a:pt x="15" y="24"/>
                  <a:pt x="15" y="24"/>
                </a:cubicBezTo>
                <a:cubicBezTo>
                  <a:pt x="14" y="25"/>
                  <a:pt x="14" y="25"/>
                  <a:pt x="14" y="25"/>
                </a:cubicBezTo>
                <a:cubicBezTo>
                  <a:pt x="14" y="25"/>
                  <a:pt x="14" y="25"/>
                  <a:pt x="14" y="25"/>
                </a:cubicBezTo>
                <a:cubicBezTo>
                  <a:pt x="14" y="25"/>
                  <a:pt x="14" y="26"/>
                  <a:pt x="13" y="27"/>
                </a:cubicBezTo>
                <a:cubicBezTo>
                  <a:pt x="13" y="27"/>
                  <a:pt x="13" y="27"/>
                  <a:pt x="12" y="27"/>
                </a:cubicBezTo>
                <a:cubicBezTo>
                  <a:pt x="12" y="27"/>
                  <a:pt x="11" y="28"/>
                  <a:pt x="10" y="27"/>
                </a:cubicBezTo>
                <a:cubicBezTo>
                  <a:pt x="9" y="27"/>
                  <a:pt x="8" y="28"/>
                  <a:pt x="7" y="28"/>
                </a:cubicBezTo>
                <a:cubicBezTo>
                  <a:pt x="1" y="35"/>
                  <a:pt x="1" y="35"/>
                  <a:pt x="1" y="35"/>
                </a:cubicBezTo>
                <a:cubicBezTo>
                  <a:pt x="0" y="36"/>
                  <a:pt x="0" y="38"/>
                  <a:pt x="1" y="39"/>
                </a:cubicBezTo>
                <a:cubicBezTo>
                  <a:pt x="8" y="46"/>
                  <a:pt x="8" y="46"/>
                  <a:pt x="8" y="46"/>
                </a:cubicBezTo>
                <a:cubicBezTo>
                  <a:pt x="8" y="46"/>
                  <a:pt x="8" y="46"/>
                  <a:pt x="8" y="46"/>
                </a:cubicBezTo>
                <a:cubicBezTo>
                  <a:pt x="9" y="46"/>
                  <a:pt x="9" y="46"/>
                  <a:pt x="9" y="46"/>
                </a:cubicBezTo>
                <a:cubicBezTo>
                  <a:pt x="9" y="46"/>
                  <a:pt x="9" y="46"/>
                  <a:pt x="9" y="46"/>
                </a:cubicBezTo>
                <a:cubicBezTo>
                  <a:pt x="9" y="46"/>
                  <a:pt x="9" y="46"/>
                  <a:pt x="9" y="46"/>
                </a:cubicBezTo>
                <a:cubicBezTo>
                  <a:pt x="9" y="46"/>
                  <a:pt x="9" y="46"/>
                  <a:pt x="9" y="46"/>
                </a:cubicBezTo>
                <a:cubicBezTo>
                  <a:pt x="9" y="46"/>
                  <a:pt x="9" y="46"/>
                  <a:pt x="9" y="46"/>
                </a:cubicBezTo>
                <a:cubicBezTo>
                  <a:pt x="9" y="47"/>
                  <a:pt x="9" y="47"/>
                  <a:pt x="9" y="47"/>
                </a:cubicBezTo>
                <a:cubicBezTo>
                  <a:pt x="9" y="47"/>
                  <a:pt x="9" y="47"/>
                  <a:pt x="9" y="47"/>
                </a:cubicBezTo>
                <a:cubicBezTo>
                  <a:pt x="16" y="54"/>
                  <a:pt x="16" y="54"/>
                  <a:pt x="16" y="54"/>
                </a:cubicBezTo>
                <a:cubicBezTo>
                  <a:pt x="18" y="55"/>
                  <a:pt x="19" y="55"/>
                  <a:pt x="21" y="54"/>
                </a:cubicBezTo>
                <a:cubicBezTo>
                  <a:pt x="27" y="48"/>
                  <a:pt x="27" y="48"/>
                  <a:pt x="27" y="48"/>
                </a:cubicBezTo>
                <a:cubicBezTo>
                  <a:pt x="27" y="47"/>
                  <a:pt x="28" y="46"/>
                  <a:pt x="28" y="45"/>
                </a:cubicBezTo>
                <a:cubicBezTo>
                  <a:pt x="28" y="45"/>
                  <a:pt x="28" y="44"/>
                  <a:pt x="28" y="43"/>
                </a:cubicBezTo>
                <a:cubicBezTo>
                  <a:pt x="28" y="43"/>
                  <a:pt x="28" y="43"/>
                  <a:pt x="28" y="42"/>
                </a:cubicBezTo>
                <a:cubicBezTo>
                  <a:pt x="29" y="42"/>
                  <a:pt x="30" y="41"/>
                  <a:pt x="31" y="41"/>
                </a:cubicBezTo>
                <a:cubicBezTo>
                  <a:pt x="31" y="41"/>
                  <a:pt x="31" y="41"/>
                  <a:pt x="31" y="41"/>
                </a:cubicBezTo>
                <a:cubicBezTo>
                  <a:pt x="49" y="58"/>
                  <a:pt x="49" y="58"/>
                  <a:pt x="49" y="58"/>
                </a:cubicBezTo>
                <a:cubicBezTo>
                  <a:pt x="13" y="94"/>
                  <a:pt x="13" y="94"/>
                  <a:pt x="13" y="94"/>
                </a:cubicBezTo>
                <a:cubicBezTo>
                  <a:pt x="11" y="95"/>
                  <a:pt x="11" y="97"/>
                  <a:pt x="13" y="98"/>
                </a:cubicBezTo>
                <a:cubicBezTo>
                  <a:pt x="25" y="111"/>
                  <a:pt x="25" y="111"/>
                  <a:pt x="25" y="111"/>
                </a:cubicBezTo>
                <a:cubicBezTo>
                  <a:pt x="27" y="112"/>
                  <a:pt x="28" y="112"/>
                  <a:pt x="30" y="111"/>
                </a:cubicBezTo>
                <a:cubicBezTo>
                  <a:pt x="66" y="75"/>
                  <a:pt x="66" y="75"/>
                  <a:pt x="66" y="75"/>
                </a:cubicBezTo>
                <a:cubicBezTo>
                  <a:pt x="103" y="112"/>
                  <a:pt x="103" y="112"/>
                  <a:pt x="103" y="112"/>
                </a:cubicBezTo>
                <a:cubicBezTo>
                  <a:pt x="104" y="113"/>
                  <a:pt x="106" y="113"/>
                  <a:pt x="107" y="112"/>
                </a:cubicBezTo>
                <a:cubicBezTo>
                  <a:pt x="120" y="99"/>
                  <a:pt x="120" y="99"/>
                  <a:pt x="120" y="99"/>
                </a:cubicBezTo>
                <a:cubicBezTo>
                  <a:pt x="121" y="98"/>
                  <a:pt x="121" y="96"/>
                  <a:pt x="120" y="95"/>
                </a:cubicBezTo>
                <a:cubicBezTo>
                  <a:pt x="82" y="58"/>
                  <a:pt x="82" y="58"/>
                  <a:pt x="82" y="58"/>
                </a:cubicBezTo>
                <a:close/>
                <a:moveTo>
                  <a:pt x="34" y="35"/>
                </a:moveTo>
                <a:cubicBezTo>
                  <a:pt x="34" y="35"/>
                  <a:pt x="34" y="35"/>
                  <a:pt x="34" y="35"/>
                </a:cubicBezTo>
                <a:cubicBezTo>
                  <a:pt x="33" y="34"/>
                  <a:pt x="31" y="34"/>
                  <a:pt x="30" y="35"/>
                </a:cubicBezTo>
                <a:cubicBezTo>
                  <a:pt x="29" y="35"/>
                  <a:pt x="29" y="36"/>
                  <a:pt x="28" y="36"/>
                </a:cubicBezTo>
                <a:cubicBezTo>
                  <a:pt x="28" y="36"/>
                  <a:pt x="28" y="36"/>
                  <a:pt x="28" y="36"/>
                </a:cubicBezTo>
                <a:cubicBezTo>
                  <a:pt x="28" y="36"/>
                  <a:pt x="28" y="36"/>
                  <a:pt x="28" y="36"/>
                </a:cubicBezTo>
                <a:cubicBezTo>
                  <a:pt x="27" y="36"/>
                  <a:pt x="26" y="37"/>
                  <a:pt x="26" y="37"/>
                </a:cubicBezTo>
                <a:cubicBezTo>
                  <a:pt x="25" y="37"/>
                  <a:pt x="25" y="38"/>
                  <a:pt x="24" y="38"/>
                </a:cubicBezTo>
                <a:cubicBezTo>
                  <a:pt x="24" y="39"/>
                  <a:pt x="23" y="40"/>
                  <a:pt x="22" y="41"/>
                </a:cubicBezTo>
                <a:cubicBezTo>
                  <a:pt x="22" y="42"/>
                  <a:pt x="22" y="43"/>
                  <a:pt x="22" y="45"/>
                </a:cubicBezTo>
                <a:cubicBezTo>
                  <a:pt x="18" y="48"/>
                  <a:pt x="18" y="48"/>
                  <a:pt x="18" y="48"/>
                </a:cubicBezTo>
                <a:cubicBezTo>
                  <a:pt x="13" y="43"/>
                  <a:pt x="13" y="43"/>
                  <a:pt x="13" y="43"/>
                </a:cubicBezTo>
                <a:cubicBezTo>
                  <a:pt x="13" y="42"/>
                  <a:pt x="13" y="42"/>
                  <a:pt x="13" y="42"/>
                </a:cubicBezTo>
                <a:cubicBezTo>
                  <a:pt x="13" y="42"/>
                  <a:pt x="13" y="42"/>
                  <a:pt x="13" y="42"/>
                </a:cubicBezTo>
                <a:cubicBezTo>
                  <a:pt x="13" y="42"/>
                  <a:pt x="13" y="42"/>
                  <a:pt x="13" y="42"/>
                </a:cubicBezTo>
                <a:cubicBezTo>
                  <a:pt x="13" y="42"/>
                  <a:pt x="13" y="42"/>
                  <a:pt x="13" y="42"/>
                </a:cubicBezTo>
                <a:cubicBezTo>
                  <a:pt x="13" y="42"/>
                  <a:pt x="13" y="42"/>
                  <a:pt x="13" y="42"/>
                </a:cubicBezTo>
                <a:cubicBezTo>
                  <a:pt x="13" y="42"/>
                  <a:pt x="13" y="42"/>
                  <a:pt x="13" y="42"/>
                </a:cubicBezTo>
                <a:cubicBezTo>
                  <a:pt x="13" y="42"/>
                  <a:pt x="13" y="42"/>
                  <a:pt x="13" y="42"/>
                </a:cubicBezTo>
                <a:cubicBezTo>
                  <a:pt x="13" y="42"/>
                  <a:pt x="13" y="42"/>
                  <a:pt x="13" y="42"/>
                </a:cubicBezTo>
                <a:cubicBezTo>
                  <a:pt x="12" y="42"/>
                  <a:pt x="12" y="42"/>
                  <a:pt x="12" y="42"/>
                </a:cubicBezTo>
                <a:cubicBezTo>
                  <a:pt x="7" y="37"/>
                  <a:pt x="7" y="37"/>
                  <a:pt x="7" y="37"/>
                </a:cubicBezTo>
                <a:cubicBezTo>
                  <a:pt x="11" y="33"/>
                  <a:pt x="11" y="33"/>
                  <a:pt x="11" y="33"/>
                </a:cubicBezTo>
                <a:cubicBezTo>
                  <a:pt x="12" y="33"/>
                  <a:pt x="13" y="33"/>
                  <a:pt x="14" y="33"/>
                </a:cubicBezTo>
                <a:cubicBezTo>
                  <a:pt x="15" y="32"/>
                  <a:pt x="17" y="32"/>
                  <a:pt x="18" y="31"/>
                </a:cubicBezTo>
                <a:cubicBezTo>
                  <a:pt x="18" y="30"/>
                  <a:pt x="18" y="30"/>
                  <a:pt x="18" y="30"/>
                </a:cubicBezTo>
                <a:cubicBezTo>
                  <a:pt x="19" y="29"/>
                  <a:pt x="19" y="28"/>
                  <a:pt x="20" y="27"/>
                </a:cubicBezTo>
                <a:cubicBezTo>
                  <a:pt x="20" y="27"/>
                  <a:pt x="20" y="27"/>
                  <a:pt x="20" y="27"/>
                </a:cubicBezTo>
                <a:cubicBezTo>
                  <a:pt x="20" y="27"/>
                  <a:pt x="20" y="26"/>
                  <a:pt x="21" y="25"/>
                </a:cubicBezTo>
                <a:cubicBezTo>
                  <a:pt x="22" y="24"/>
                  <a:pt x="21" y="22"/>
                  <a:pt x="20" y="21"/>
                </a:cubicBezTo>
                <a:cubicBezTo>
                  <a:pt x="20" y="20"/>
                  <a:pt x="20" y="20"/>
                  <a:pt x="20" y="20"/>
                </a:cubicBezTo>
                <a:cubicBezTo>
                  <a:pt x="28" y="12"/>
                  <a:pt x="28" y="12"/>
                  <a:pt x="28" y="12"/>
                </a:cubicBezTo>
                <a:cubicBezTo>
                  <a:pt x="29" y="13"/>
                  <a:pt x="29" y="13"/>
                  <a:pt x="29" y="13"/>
                </a:cubicBezTo>
                <a:cubicBezTo>
                  <a:pt x="30" y="14"/>
                  <a:pt x="32" y="14"/>
                  <a:pt x="33" y="13"/>
                </a:cubicBezTo>
                <a:cubicBezTo>
                  <a:pt x="34" y="12"/>
                  <a:pt x="35" y="12"/>
                  <a:pt x="36" y="11"/>
                </a:cubicBezTo>
                <a:cubicBezTo>
                  <a:pt x="36" y="11"/>
                  <a:pt x="36" y="11"/>
                  <a:pt x="36" y="11"/>
                </a:cubicBezTo>
                <a:cubicBezTo>
                  <a:pt x="37" y="11"/>
                  <a:pt x="38" y="11"/>
                  <a:pt x="39" y="10"/>
                </a:cubicBezTo>
                <a:cubicBezTo>
                  <a:pt x="39" y="10"/>
                  <a:pt x="40" y="10"/>
                  <a:pt x="40" y="10"/>
                </a:cubicBezTo>
                <a:cubicBezTo>
                  <a:pt x="43" y="7"/>
                  <a:pt x="46" y="6"/>
                  <a:pt x="50" y="6"/>
                </a:cubicBezTo>
                <a:cubicBezTo>
                  <a:pt x="51" y="6"/>
                  <a:pt x="53" y="6"/>
                  <a:pt x="54" y="7"/>
                </a:cubicBezTo>
                <a:cubicBezTo>
                  <a:pt x="54" y="7"/>
                  <a:pt x="53" y="7"/>
                  <a:pt x="53" y="7"/>
                </a:cubicBezTo>
                <a:cubicBezTo>
                  <a:pt x="50" y="9"/>
                  <a:pt x="48" y="11"/>
                  <a:pt x="46" y="14"/>
                </a:cubicBezTo>
                <a:cubicBezTo>
                  <a:pt x="46" y="14"/>
                  <a:pt x="46" y="15"/>
                  <a:pt x="46" y="15"/>
                </a:cubicBezTo>
                <a:cubicBezTo>
                  <a:pt x="46" y="16"/>
                  <a:pt x="45" y="17"/>
                  <a:pt x="45" y="19"/>
                </a:cubicBezTo>
                <a:cubicBezTo>
                  <a:pt x="44" y="19"/>
                  <a:pt x="44" y="19"/>
                  <a:pt x="44" y="19"/>
                </a:cubicBezTo>
                <a:cubicBezTo>
                  <a:pt x="44" y="20"/>
                  <a:pt x="43" y="21"/>
                  <a:pt x="42" y="23"/>
                </a:cubicBezTo>
                <a:cubicBezTo>
                  <a:pt x="41" y="24"/>
                  <a:pt x="42" y="25"/>
                  <a:pt x="43" y="26"/>
                </a:cubicBezTo>
                <a:cubicBezTo>
                  <a:pt x="61" y="45"/>
                  <a:pt x="61" y="45"/>
                  <a:pt x="61" y="45"/>
                </a:cubicBezTo>
                <a:cubicBezTo>
                  <a:pt x="53" y="54"/>
                  <a:pt x="53" y="54"/>
                  <a:pt x="53" y="54"/>
                </a:cubicBezTo>
                <a:cubicBezTo>
                  <a:pt x="34" y="35"/>
                  <a:pt x="34" y="35"/>
                  <a:pt x="34" y="35"/>
                </a:cubicBezTo>
                <a:close/>
                <a:moveTo>
                  <a:pt x="27" y="105"/>
                </a:moveTo>
                <a:cubicBezTo>
                  <a:pt x="27" y="105"/>
                  <a:pt x="27" y="105"/>
                  <a:pt x="27" y="105"/>
                </a:cubicBezTo>
                <a:cubicBezTo>
                  <a:pt x="19" y="96"/>
                  <a:pt x="19" y="96"/>
                  <a:pt x="19" y="96"/>
                </a:cubicBezTo>
                <a:cubicBezTo>
                  <a:pt x="55" y="60"/>
                  <a:pt x="55" y="60"/>
                  <a:pt x="55" y="60"/>
                </a:cubicBezTo>
                <a:cubicBezTo>
                  <a:pt x="77" y="38"/>
                  <a:pt x="77" y="38"/>
                  <a:pt x="77" y="38"/>
                </a:cubicBezTo>
                <a:cubicBezTo>
                  <a:pt x="78" y="37"/>
                  <a:pt x="78" y="36"/>
                  <a:pt x="78" y="35"/>
                </a:cubicBezTo>
                <a:cubicBezTo>
                  <a:pt x="77" y="34"/>
                  <a:pt x="77" y="34"/>
                  <a:pt x="77" y="34"/>
                </a:cubicBezTo>
                <a:cubicBezTo>
                  <a:pt x="77" y="33"/>
                  <a:pt x="77" y="33"/>
                  <a:pt x="77" y="33"/>
                </a:cubicBezTo>
                <a:cubicBezTo>
                  <a:pt x="77" y="33"/>
                  <a:pt x="77" y="33"/>
                  <a:pt x="77" y="33"/>
                </a:cubicBezTo>
                <a:cubicBezTo>
                  <a:pt x="76" y="28"/>
                  <a:pt x="76" y="22"/>
                  <a:pt x="79" y="17"/>
                </a:cubicBezTo>
                <a:cubicBezTo>
                  <a:pt x="82" y="13"/>
                  <a:pt x="86" y="9"/>
                  <a:pt x="92" y="7"/>
                </a:cubicBezTo>
                <a:cubicBezTo>
                  <a:pt x="95" y="7"/>
                  <a:pt x="99" y="6"/>
                  <a:pt x="102" y="7"/>
                </a:cubicBezTo>
                <a:cubicBezTo>
                  <a:pt x="103" y="7"/>
                  <a:pt x="104" y="8"/>
                  <a:pt x="105" y="8"/>
                </a:cubicBezTo>
                <a:cubicBezTo>
                  <a:pt x="104" y="8"/>
                  <a:pt x="104" y="8"/>
                  <a:pt x="104" y="8"/>
                </a:cubicBezTo>
                <a:cubicBezTo>
                  <a:pt x="96" y="10"/>
                  <a:pt x="96" y="10"/>
                  <a:pt x="96" y="10"/>
                </a:cubicBezTo>
                <a:cubicBezTo>
                  <a:pt x="95" y="11"/>
                  <a:pt x="94" y="11"/>
                  <a:pt x="94" y="12"/>
                </a:cubicBezTo>
                <a:cubicBezTo>
                  <a:pt x="90" y="28"/>
                  <a:pt x="90" y="28"/>
                  <a:pt x="90" y="28"/>
                </a:cubicBezTo>
                <a:cubicBezTo>
                  <a:pt x="89" y="29"/>
                  <a:pt x="90" y="30"/>
                  <a:pt x="90" y="31"/>
                </a:cubicBezTo>
                <a:cubicBezTo>
                  <a:pt x="96" y="37"/>
                  <a:pt x="96" y="37"/>
                  <a:pt x="96" y="37"/>
                </a:cubicBezTo>
                <a:cubicBezTo>
                  <a:pt x="102" y="43"/>
                  <a:pt x="102" y="43"/>
                  <a:pt x="102" y="43"/>
                </a:cubicBezTo>
                <a:cubicBezTo>
                  <a:pt x="102" y="43"/>
                  <a:pt x="104" y="44"/>
                  <a:pt x="105" y="43"/>
                </a:cubicBezTo>
                <a:cubicBezTo>
                  <a:pt x="113" y="41"/>
                  <a:pt x="113" y="41"/>
                  <a:pt x="113" y="41"/>
                </a:cubicBezTo>
                <a:cubicBezTo>
                  <a:pt x="114" y="41"/>
                  <a:pt x="114" y="41"/>
                  <a:pt x="114" y="41"/>
                </a:cubicBezTo>
                <a:cubicBezTo>
                  <a:pt x="113" y="42"/>
                  <a:pt x="112" y="43"/>
                  <a:pt x="111" y="43"/>
                </a:cubicBezTo>
                <a:cubicBezTo>
                  <a:pt x="109" y="46"/>
                  <a:pt x="106" y="47"/>
                  <a:pt x="103" y="48"/>
                </a:cubicBezTo>
                <a:cubicBezTo>
                  <a:pt x="100" y="49"/>
                  <a:pt x="98" y="49"/>
                  <a:pt x="95" y="49"/>
                </a:cubicBezTo>
                <a:cubicBezTo>
                  <a:pt x="93" y="48"/>
                  <a:pt x="91" y="48"/>
                  <a:pt x="88" y="47"/>
                </a:cubicBezTo>
                <a:cubicBezTo>
                  <a:pt x="87" y="46"/>
                  <a:pt x="86" y="46"/>
                  <a:pt x="85" y="47"/>
                </a:cubicBezTo>
                <a:cubicBezTo>
                  <a:pt x="27" y="105"/>
                  <a:pt x="27" y="105"/>
                  <a:pt x="27" y="105"/>
                </a:cubicBezTo>
                <a:close/>
                <a:moveTo>
                  <a:pt x="105" y="106"/>
                </a:moveTo>
                <a:cubicBezTo>
                  <a:pt x="105" y="106"/>
                  <a:pt x="105" y="106"/>
                  <a:pt x="105" y="106"/>
                </a:cubicBezTo>
                <a:cubicBezTo>
                  <a:pt x="70" y="71"/>
                  <a:pt x="70" y="71"/>
                  <a:pt x="70" y="71"/>
                </a:cubicBezTo>
                <a:cubicBezTo>
                  <a:pt x="78" y="62"/>
                  <a:pt x="78" y="62"/>
                  <a:pt x="78" y="62"/>
                </a:cubicBezTo>
                <a:cubicBezTo>
                  <a:pt x="113" y="97"/>
                  <a:pt x="113" y="97"/>
                  <a:pt x="113" y="97"/>
                </a:cubicBezTo>
                <a:cubicBezTo>
                  <a:pt x="105" y="106"/>
                  <a:pt x="105" y="106"/>
                  <a:pt x="105" y="10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9" name="Freeform 21"/>
          <p:cNvSpPr>
            <a:spLocks noEditPoints="1"/>
          </p:cNvSpPr>
          <p:nvPr/>
        </p:nvSpPr>
        <p:spPr bwMode="auto">
          <a:xfrm>
            <a:off x="4427691" y="2714904"/>
            <a:ext cx="261346" cy="288706"/>
          </a:xfrm>
          <a:custGeom>
            <a:avLst/>
            <a:gdLst>
              <a:gd name="T0" fmla="*/ 47 w 115"/>
              <a:gd name="T1" fmla="*/ 61 h 126"/>
              <a:gd name="T2" fmla="*/ 47 w 115"/>
              <a:gd name="T3" fmla="*/ 58 h 126"/>
              <a:gd name="T4" fmla="*/ 50 w 115"/>
              <a:gd name="T5" fmla="*/ 55 h 126"/>
              <a:gd name="T6" fmla="*/ 54 w 115"/>
              <a:gd name="T7" fmla="*/ 55 h 126"/>
              <a:gd name="T8" fmla="*/ 62 w 115"/>
              <a:gd name="T9" fmla="*/ 55 h 126"/>
              <a:gd name="T10" fmla="*/ 66 w 115"/>
              <a:gd name="T11" fmla="*/ 56 h 126"/>
              <a:gd name="T12" fmla="*/ 70 w 115"/>
              <a:gd name="T13" fmla="*/ 61 h 126"/>
              <a:gd name="T14" fmla="*/ 70 w 115"/>
              <a:gd name="T15" fmla="*/ 52 h 126"/>
              <a:gd name="T16" fmla="*/ 60 w 115"/>
              <a:gd name="T17" fmla="*/ 49 h 126"/>
              <a:gd name="T18" fmla="*/ 57 w 115"/>
              <a:gd name="T19" fmla="*/ 44 h 126"/>
              <a:gd name="T20" fmla="*/ 54 w 115"/>
              <a:gd name="T21" fmla="*/ 49 h 126"/>
              <a:gd name="T22" fmla="*/ 43 w 115"/>
              <a:gd name="T23" fmla="*/ 52 h 126"/>
              <a:gd name="T24" fmla="*/ 41 w 115"/>
              <a:gd name="T25" fmla="*/ 61 h 126"/>
              <a:gd name="T26" fmla="*/ 41 w 115"/>
              <a:gd name="T27" fmla="*/ 64 h 126"/>
              <a:gd name="T28" fmla="*/ 41 w 115"/>
              <a:gd name="T29" fmla="*/ 68 h 126"/>
              <a:gd name="T30" fmla="*/ 49 w 115"/>
              <a:gd name="T31" fmla="*/ 76 h 126"/>
              <a:gd name="T32" fmla="*/ 52 w 115"/>
              <a:gd name="T33" fmla="*/ 76 h 126"/>
              <a:gd name="T34" fmla="*/ 60 w 115"/>
              <a:gd name="T35" fmla="*/ 76 h 126"/>
              <a:gd name="T36" fmla="*/ 64 w 115"/>
              <a:gd name="T37" fmla="*/ 76 h 126"/>
              <a:gd name="T38" fmla="*/ 67 w 115"/>
              <a:gd name="T39" fmla="*/ 79 h 126"/>
              <a:gd name="T40" fmla="*/ 66 w 115"/>
              <a:gd name="T41" fmla="*/ 91 h 126"/>
              <a:gd name="T42" fmla="*/ 63 w 115"/>
              <a:gd name="T43" fmla="*/ 92 h 126"/>
              <a:gd name="T44" fmla="*/ 54 w 115"/>
              <a:gd name="T45" fmla="*/ 92 h 126"/>
              <a:gd name="T46" fmla="*/ 50 w 115"/>
              <a:gd name="T47" fmla="*/ 92 h 126"/>
              <a:gd name="T48" fmla="*/ 47 w 115"/>
              <a:gd name="T49" fmla="*/ 89 h 126"/>
              <a:gd name="T50" fmla="*/ 41 w 115"/>
              <a:gd name="T51" fmla="*/ 89 h 126"/>
              <a:gd name="T52" fmla="*/ 50 w 115"/>
              <a:gd name="T53" fmla="*/ 98 h 126"/>
              <a:gd name="T54" fmla="*/ 54 w 115"/>
              <a:gd name="T55" fmla="*/ 100 h 126"/>
              <a:gd name="T56" fmla="*/ 60 w 115"/>
              <a:gd name="T57" fmla="*/ 100 h 126"/>
              <a:gd name="T58" fmla="*/ 64 w 115"/>
              <a:gd name="T59" fmla="*/ 98 h 126"/>
              <a:gd name="T60" fmla="*/ 73 w 115"/>
              <a:gd name="T61" fmla="*/ 89 h 126"/>
              <a:gd name="T62" fmla="*/ 73 w 115"/>
              <a:gd name="T63" fmla="*/ 82 h 126"/>
              <a:gd name="T64" fmla="*/ 70 w 115"/>
              <a:gd name="T65" fmla="*/ 73 h 126"/>
              <a:gd name="T66" fmla="*/ 64 w 115"/>
              <a:gd name="T67" fmla="*/ 70 h 126"/>
              <a:gd name="T68" fmla="*/ 60 w 115"/>
              <a:gd name="T69" fmla="*/ 70 h 126"/>
              <a:gd name="T70" fmla="*/ 52 w 115"/>
              <a:gd name="T71" fmla="*/ 70 h 126"/>
              <a:gd name="T72" fmla="*/ 48 w 115"/>
              <a:gd name="T73" fmla="*/ 70 h 126"/>
              <a:gd name="T74" fmla="*/ 47 w 115"/>
              <a:gd name="T75" fmla="*/ 65 h 126"/>
              <a:gd name="T76" fmla="*/ 113 w 115"/>
              <a:gd name="T77" fmla="*/ 118 h 126"/>
              <a:gd name="T78" fmla="*/ 107 w 115"/>
              <a:gd name="T79" fmla="*/ 105 h 126"/>
              <a:gd name="T80" fmla="*/ 104 w 115"/>
              <a:gd name="T81" fmla="*/ 67 h 126"/>
              <a:gd name="T82" fmla="*/ 75 w 115"/>
              <a:gd name="T83" fmla="*/ 24 h 126"/>
              <a:gd name="T84" fmla="*/ 80 w 115"/>
              <a:gd name="T85" fmla="*/ 8 h 126"/>
              <a:gd name="T86" fmla="*/ 76 w 115"/>
              <a:gd name="T87" fmla="*/ 0 h 126"/>
              <a:gd name="T88" fmla="*/ 34 w 115"/>
              <a:gd name="T89" fmla="*/ 1 h 126"/>
              <a:gd name="T90" fmla="*/ 47 w 115"/>
              <a:gd name="T91" fmla="*/ 21 h 126"/>
              <a:gd name="T92" fmla="*/ 24 w 115"/>
              <a:gd name="T93" fmla="*/ 34 h 126"/>
              <a:gd name="T94" fmla="*/ 10 w 115"/>
              <a:gd name="T95" fmla="*/ 67 h 126"/>
              <a:gd name="T96" fmla="*/ 7 w 115"/>
              <a:gd name="T97" fmla="*/ 105 h 126"/>
              <a:gd name="T98" fmla="*/ 0 w 115"/>
              <a:gd name="T99" fmla="*/ 121 h 126"/>
              <a:gd name="T100" fmla="*/ 109 w 115"/>
              <a:gd name="T101" fmla="*/ 126 h 126"/>
              <a:gd name="T102" fmla="*/ 112 w 115"/>
              <a:gd name="T103" fmla="*/ 125 h 126"/>
              <a:gd name="T104" fmla="*/ 65 w 115"/>
              <a:gd name="T105" fmla="*/ 9 h 126"/>
              <a:gd name="T106" fmla="*/ 57 w 115"/>
              <a:gd name="T107" fmla="*/ 17 h 126"/>
              <a:gd name="T108" fmla="*/ 65 w 115"/>
              <a:gd name="T109" fmla="*/ 9 h 126"/>
              <a:gd name="T110" fmla="*/ 13 w 115"/>
              <a:gd name="T111" fmla="*/ 116 h 126"/>
              <a:gd name="T112" fmla="*/ 20 w 115"/>
              <a:gd name="T113" fmla="*/ 90 h 126"/>
              <a:gd name="T114" fmla="*/ 22 w 115"/>
              <a:gd name="T115" fmla="*/ 53 h 126"/>
              <a:gd name="T116" fmla="*/ 43 w 115"/>
              <a:gd name="T117" fmla="*/ 33 h 126"/>
              <a:gd name="T118" fmla="*/ 57 w 115"/>
              <a:gd name="T119" fmla="*/ 30 h 126"/>
              <a:gd name="T120" fmla="*/ 83 w 115"/>
              <a:gd name="T121" fmla="*/ 41 h 126"/>
              <a:gd name="T122" fmla="*/ 94 w 115"/>
              <a:gd name="T123" fmla="*/ 90 h 126"/>
              <a:gd name="T124" fmla="*/ 101 w 115"/>
              <a:gd name="T125" fmla="*/ 116 h 1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15" h="126">
                <a:moveTo>
                  <a:pt x="47" y="64"/>
                </a:moveTo>
                <a:cubicBezTo>
                  <a:pt x="47" y="61"/>
                  <a:pt x="47" y="61"/>
                  <a:pt x="47" y="61"/>
                </a:cubicBezTo>
                <a:cubicBezTo>
                  <a:pt x="47" y="61"/>
                  <a:pt x="47" y="61"/>
                  <a:pt x="47" y="61"/>
                </a:cubicBezTo>
                <a:cubicBezTo>
                  <a:pt x="47" y="58"/>
                  <a:pt x="47" y="58"/>
                  <a:pt x="47" y="58"/>
                </a:cubicBezTo>
                <a:cubicBezTo>
                  <a:pt x="47" y="57"/>
                  <a:pt x="47" y="56"/>
                  <a:pt x="47" y="56"/>
                </a:cubicBezTo>
                <a:cubicBezTo>
                  <a:pt x="48" y="55"/>
                  <a:pt x="49" y="55"/>
                  <a:pt x="50" y="55"/>
                </a:cubicBezTo>
                <a:cubicBezTo>
                  <a:pt x="52" y="55"/>
                  <a:pt x="52" y="55"/>
                  <a:pt x="52" y="55"/>
                </a:cubicBezTo>
                <a:cubicBezTo>
                  <a:pt x="54" y="55"/>
                  <a:pt x="54" y="55"/>
                  <a:pt x="54" y="55"/>
                </a:cubicBezTo>
                <a:cubicBezTo>
                  <a:pt x="60" y="55"/>
                  <a:pt x="60" y="55"/>
                  <a:pt x="60" y="55"/>
                </a:cubicBezTo>
                <a:cubicBezTo>
                  <a:pt x="62" y="55"/>
                  <a:pt x="62" y="55"/>
                  <a:pt x="62" y="55"/>
                </a:cubicBezTo>
                <a:cubicBezTo>
                  <a:pt x="64" y="55"/>
                  <a:pt x="64" y="55"/>
                  <a:pt x="64" y="55"/>
                </a:cubicBezTo>
                <a:cubicBezTo>
                  <a:pt x="65" y="55"/>
                  <a:pt x="66" y="55"/>
                  <a:pt x="66" y="56"/>
                </a:cubicBezTo>
                <a:cubicBezTo>
                  <a:pt x="67" y="56"/>
                  <a:pt x="67" y="57"/>
                  <a:pt x="67" y="58"/>
                </a:cubicBezTo>
                <a:cubicBezTo>
                  <a:pt x="67" y="60"/>
                  <a:pt x="68" y="61"/>
                  <a:pt x="70" y="61"/>
                </a:cubicBezTo>
                <a:cubicBezTo>
                  <a:pt x="72" y="61"/>
                  <a:pt x="73" y="60"/>
                  <a:pt x="73" y="58"/>
                </a:cubicBezTo>
                <a:cubicBezTo>
                  <a:pt x="73" y="56"/>
                  <a:pt x="72" y="53"/>
                  <a:pt x="70" y="52"/>
                </a:cubicBezTo>
                <a:cubicBezTo>
                  <a:pt x="69" y="50"/>
                  <a:pt x="66" y="49"/>
                  <a:pt x="64" y="49"/>
                </a:cubicBezTo>
                <a:cubicBezTo>
                  <a:pt x="60" y="49"/>
                  <a:pt x="60" y="49"/>
                  <a:pt x="60" y="49"/>
                </a:cubicBezTo>
                <a:cubicBezTo>
                  <a:pt x="60" y="47"/>
                  <a:pt x="60" y="47"/>
                  <a:pt x="60" y="47"/>
                </a:cubicBezTo>
                <a:cubicBezTo>
                  <a:pt x="60" y="45"/>
                  <a:pt x="58" y="44"/>
                  <a:pt x="57" y="44"/>
                </a:cubicBezTo>
                <a:cubicBezTo>
                  <a:pt x="55" y="44"/>
                  <a:pt x="54" y="45"/>
                  <a:pt x="54" y="47"/>
                </a:cubicBezTo>
                <a:cubicBezTo>
                  <a:pt x="54" y="49"/>
                  <a:pt x="54" y="49"/>
                  <a:pt x="54" y="49"/>
                </a:cubicBezTo>
                <a:cubicBezTo>
                  <a:pt x="50" y="49"/>
                  <a:pt x="50" y="49"/>
                  <a:pt x="50" y="49"/>
                </a:cubicBezTo>
                <a:cubicBezTo>
                  <a:pt x="47" y="49"/>
                  <a:pt x="45" y="50"/>
                  <a:pt x="43" y="52"/>
                </a:cubicBezTo>
                <a:cubicBezTo>
                  <a:pt x="42" y="53"/>
                  <a:pt x="41" y="56"/>
                  <a:pt x="41" y="58"/>
                </a:cubicBezTo>
                <a:cubicBezTo>
                  <a:pt x="41" y="61"/>
                  <a:pt x="41" y="61"/>
                  <a:pt x="41" y="61"/>
                </a:cubicBezTo>
                <a:cubicBezTo>
                  <a:pt x="41" y="61"/>
                  <a:pt x="41" y="61"/>
                  <a:pt x="41" y="61"/>
                </a:cubicBezTo>
                <a:cubicBezTo>
                  <a:pt x="41" y="64"/>
                  <a:pt x="41" y="64"/>
                  <a:pt x="41" y="64"/>
                </a:cubicBezTo>
                <a:cubicBezTo>
                  <a:pt x="41" y="65"/>
                  <a:pt x="41" y="65"/>
                  <a:pt x="41" y="65"/>
                </a:cubicBezTo>
                <a:cubicBezTo>
                  <a:pt x="41" y="68"/>
                  <a:pt x="41" y="68"/>
                  <a:pt x="41" y="68"/>
                </a:cubicBezTo>
                <a:cubicBezTo>
                  <a:pt x="41" y="70"/>
                  <a:pt x="42" y="72"/>
                  <a:pt x="43" y="74"/>
                </a:cubicBezTo>
                <a:cubicBezTo>
                  <a:pt x="45" y="75"/>
                  <a:pt x="47" y="76"/>
                  <a:pt x="49" y="76"/>
                </a:cubicBezTo>
                <a:cubicBezTo>
                  <a:pt x="50" y="76"/>
                  <a:pt x="50" y="76"/>
                  <a:pt x="50" y="76"/>
                </a:cubicBezTo>
                <a:cubicBezTo>
                  <a:pt x="52" y="76"/>
                  <a:pt x="52" y="76"/>
                  <a:pt x="52" y="76"/>
                </a:cubicBezTo>
                <a:cubicBezTo>
                  <a:pt x="54" y="76"/>
                  <a:pt x="54" y="76"/>
                  <a:pt x="54" y="76"/>
                </a:cubicBezTo>
                <a:cubicBezTo>
                  <a:pt x="60" y="76"/>
                  <a:pt x="60" y="76"/>
                  <a:pt x="60" y="76"/>
                </a:cubicBezTo>
                <a:cubicBezTo>
                  <a:pt x="63" y="76"/>
                  <a:pt x="63" y="76"/>
                  <a:pt x="63" y="76"/>
                </a:cubicBezTo>
                <a:cubicBezTo>
                  <a:pt x="64" y="76"/>
                  <a:pt x="64" y="76"/>
                  <a:pt x="64" y="76"/>
                </a:cubicBezTo>
                <a:cubicBezTo>
                  <a:pt x="65" y="76"/>
                  <a:pt x="66" y="77"/>
                  <a:pt x="66" y="77"/>
                </a:cubicBezTo>
                <a:cubicBezTo>
                  <a:pt x="67" y="78"/>
                  <a:pt x="67" y="79"/>
                  <a:pt x="67" y="79"/>
                </a:cubicBezTo>
                <a:cubicBezTo>
                  <a:pt x="67" y="83"/>
                  <a:pt x="67" y="86"/>
                  <a:pt x="67" y="89"/>
                </a:cubicBezTo>
                <a:cubicBezTo>
                  <a:pt x="67" y="90"/>
                  <a:pt x="67" y="90"/>
                  <a:pt x="66" y="91"/>
                </a:cubicBezTo>
                <a:cubicBezTo>
                  <a:pt x="66" y="92"/>
                  <a:pt x="65" y="92"/>
                  <a:pt x="64" y="92"/>
                </a:cubicBezTo>
                <a:cubicBezTo>
                  <a:pt x="63" y="92"/>
                  <a:pt x="63" y="92"/>
                  <a:pt x="63" y="92"/>
                </a:cubicBezTo>
                <a:cubicBezTo>
                  <a:pt x="60" y="92"/>
                  <a:pt x="60" y="92"/>
                  <a:pt x="60" y="92"/>
                </a:cubicBezTo>
                <a:cubicBezTo>
                  <a:pt x="54" y="92"/>
                  <a:pt x="54" y="92"/>
                  <a:pt x="54" y="92"/>
                </a:cubicBezTo>
                <a:cubicBezTo>
                  <a:pt x="52" y="92"/>
                  <a:pt x="52" y="92"/>
                  <a:pt x="52" y="92"/>
                </a:cubicBezTo>
                <a:cubicBezTo>
                  <a:pt x="50" y="92"/>
                  <a:pt x="50" y="92"/>
                  <a:pt x="50" y="92"/>
                </a:cubicBezTo>
                <a:cubicBezTo>
                  <a:pt x="49" y="92"/>
                  <a:pt x="48" y="92"/>
                  <a:pt x="47" y="91"/>
                </a:cubicBezTo>
                <a:cubicBezTo>
                  <a:pt x="47" y="90"/>
                  <a:pt x="47" y="90"/>
                  <a:pt x="47" y="89"/>
                </a:cubicBezTo>
                <a:cubicBezTo>
                  <a:pt x="47" y="87"/>
                  <a:pt x="45" y="86"/>
                  <a:pt x="44" y="86"/>
                </a:cubicBezTo>
                <a:cubicBezTo>
                  <a:pt x="42" y="86"/>
                  <a:pt x="41" y="87"/>
                  <a:pt x="41" y="89"/>
                </a:cubicBezTo>
                <a:cubicBezTo>
                  <a:pt x="41" y="91"/>
                  <a:pt x="42" y="94"/>
                  <a:pt x="43" y="95"/>
                </a:cubicBezTo>
                <a:cubicBezTo>
                  <a:pt x="45" y="97"/>
                  <a:pt x="47" y="98"/>
                  <a:pt x="50" y="98"/>
                </a:cubicBezTo>
                <a:cubicBezTo>
                  <a:pt x="54" y="98"/>
                  <a:pt x="54" y="98"/>
                  <a:pt x="54" y="98"/>
                </a:cubicBezTo>
                <a:cubicBezTo>
                  <a:pt x="54" y="100"/>
                  <a:pt x="54" y="100"/>
                  <a:pt x="54" y="100"/>
                </a:cubicBezTo>
                <a:cubicBezTo>
                  <a:pt x="54" y="102"/>
                  <a:pt x="55" y="103"/>
                  <a:pt x="57" y="103"/>
                </a:cubicBezTo>
                <a:cubicBezTo>
                  <a:pt x="58" y="103"/>
                  <a:pt x="60" y="102"/>
                  <a:pt x="60" y="100"/>
                </a:cubicBezTo>
                <a:cubicBezTo>
                  <a:pt x="60" y="98"/>
                  <a:pt x="60" y="98"/>
                  <a:pt x="60" y="98"/>
                </a:cubicBezTo>
                <a:cubicBezTo>
                  <a:pt x="64" y="98"/>
                  <a:pt x="64" y="98"/>
                  <a:pt x="64" y="98"/>
                </a:cubicBezTo>
                <a:cubicBezTo>
                  <a:pt x="66" y="98"/>
                  <a:pt x="69" y="97"/>
                  <a:pt x="70" y="95"/>
                </a:cubicBezTo>
                <a:cubicBezTo>
                  <a:pt x="72" y="94"/>
                  <a:pt x="73" y="91"/>
                  <a:pt x="73" y="89"/>
                </a:cubicBezTo>
                <a:cubicBezTo>
                  <a:pt x="73" y="82"/>
                  <a:pt x="73" y="82"/>
                  <a:pt x="73" y="82"/>
                </a:cubicBezTo>
                <a:cubicBezTo>
                  <a:pt x="73" y="82"/>
                  <a:pt x="73" y="82"/>
                  <a:pt x="73" y="82"/>
                </a:cubicBezTo>
                <a:cubicBezTo>
                  <a:pt x="73" y="79"/>
                  <a:pt x="73" y="79"/>
                  <a:pt x="73" y="79"/>
                </a:cubicBezTo>
                <a:cubicBezTo>
                  <a:pt x="73" y="77"/>
                  <a:pt x="72" y="75"/>
                  <a:pt x="70" y="73"/>
                </a:cubicBezTo>
                <a:cubicBezTo>
                  <a:pt x="69" y="72"/>
                  <a:pt x="67" y="71"/>
                  <a:pt x="64" y="71"/>
                </a:cubicBezTo>
                <a:cubicBezTo>
                  <a:pt x="64" y="70"/>
                  <a:pt x="64" y="70"/>
                  <a:pt x="64" y="70"/>
                </a:cubicBezTo>
                <a:cubicBezTo>
                  <a:pt x="62" y="70"/>
                  <a:pt x="62" y="70"/>
                  <a:pt x="62" y="70"/>
                </a:cubicBezTo>
                <a:cubicBezTo>
                  <a:pt x="60" y="70"/>
                  <a:pt x="60" y="70"/>
                  <a:pt x="60" y="70"/>
                </a:cubicBezTo>
                <a:cubicBezTo>
                  <a:pt x="54" y="70"/>
                  <a:pt x="54" y="70"/>
                  <a:pt x="54" y="70"/>
                </a:cubicBezTo>
                <a:cubicBezTo>
                  <a:pt x="52" y="70"/>
                  <a:pt x="52" y="70"/>
                  <a:pt x="52" y="70"/>
                </a:cubicBezTo>
                <a:cubicBezTo>
                  <a:pt x="50" y="70"/>
                  <a:pt x="50" y="70"/>
                  <a:pt x="50" y="70"/>
                </a:cubicBezTo>
                <a:cubicBezTo>
                  <a:pt x="49" y="70"/>
                  <a:pt x="48" y="70"/>
                  <a:pt x="48" y="70"/>
                </a:cubicBezTo>
                <a:cubicBezTo>
                  <a:pt x="47" y="69"/>
                  <a:pt x="47" y="68"/>
                  <a:pt x="47" y="68"/>
                </a:cubicBezTo>
                <a:cubicBezTo>
                  <a:pt x="47" y="65"/>
                  <a:pt x="47" y="65"/>
                  <a:pt x="47" y="65"/>
                </a:cubicBezTo>
                <a:cubicBezTo>
                  <a:pt x="47" y="64"/>
                  <a:pt x="47" y="64"/>
                  <a:pt x="47" y="64"/>
                </a:cubicBezTo>
                <a:close/>
                <a:moveTo>
                  <a:pt x="113" y="118"/>
                </a:moveTo>
                <a:cubicBezTo>
                  <a:pt x="113" y="118"/>
                  <a:pt x="113" y="118"/>
                  <a:pt x="113" y="118"/>
                </a:cubicBezTo>
                <a:cubicBezTo>
                  <a:pt x="111" y="115"/>
                  <a:pt x="108" y="110"/>
                  <a:pt x="107" y="105"/>
                </a:cubicBezTo>
                <a:cubicBezTo>
                  <a:pt x="105" y="100"/>
                  <a:pt x="104" y="95"/>
                  <a:pt x="104" y="90"/>
                </a:cubicBezTo>
                <a:cubicBezTo>
                  <a:pt x="104" y="67"/>
                  <a:pt x="104" y="67"/>
                  <a:pt x="104" y="67"/>
                </a:cubicBezTo>
                <a:cubicBezTo>
                  <a:pt x="104" y="54"/>
                  <a:pt x="99" y="42"/>
                  <a:pt x="90" y="34"/>
                </a:cubicBezTo>
                <a:cubicBezTo>
                  <a:pt x="85" y="29"/>
                  <a:pt x="80" y="26"/>
                  <a:pt x="75" y="24"/>
                </a:cubicBezTo>
                <a:cubicBezTo>
                  <a:pt x="72" y="23"/>
                  <a:pt x="69" y="22"/>
                  <a:pt x="67" y="21"/>
                </a:cubicBezTo>
                <a:cubicBezTo>
                  <a:pt x="80" y="8"/>
                  <a:pt x="80" y="8"/>
                  <a:pt x="80" y="8"/>
                </a:cubicBezTo>
                <a:cubicBezTo>
                  <a:pt x="81" y="7"/>
                  <a:pt x="81" y="6"/>
                  <a:pt x="81" y="5"/>
                </a:cubicBezTo>
                <a:cubicBezTo>
                  <a:pt x="81" y="2"/>
                  <a:pt x="79" y="0"/>
                  <a:pt x="76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6" y="0"/>
                  <a:pt x="35" y="0"/>
                  <a:pt x="34" y="1"/>
                </a:cubicBezTo>
                <a:cubicBezTo>
                  <a:pt x="32" y="3"/>
                  <a:pt x="32" y="6"/>
                  <a:pt x="34" y="8"/>
                </a:cubicBezTo>
                <a:cubicBezTo>
                  <a:pt x="47" y="21"/>
                  <a:pt x="47" y="21"/>
                  <a:pt x="47" y="21"/>
                </a:cubicBezTo>
                <a:cubicBezTo>
                  <a:pt x="44" y="22"/>
                  <a:pt x="42" y="23"/>
                  <a:pt x="39" y="24"/>
                </a:cubicBezTo>
                <a:cubicBezTo>
                  <a:pt x="33" y="26"/>
                  <a:pt x="28" y="29"/>
                  <a:pt x="24" y="34"/>
                </a:cubicBezTo>
                <a:cubicBezTo>
                  <a:pt x="19" y="38"/>
                  <a:pt x="16" y="43"/>
                  <a:pt x="13" y="49"/>
                </a:cubicBezTo>
                <a:cubicBezTo>
                  <a:pt x="11" y="55"/>
                  <a:pt x="10" y="61"/>
                  <a:pt x="10" y="67"/>
                </a:cubicBezTo>
                <a:cubicBezTo>
                  <a:pt x="10" y="90"/>
                  <a:pt x="10" y="90"/>
                  <a:pt x="10" y="90"/>
                </a:cubicBezTo>
                <a:cubicBezTo>
                  <a:pt x="10" y="95"/>
                  <a:pt x="9" y="100"/>
                  <a:pt x="7" y="105"/>
                </a:cubicBezTo>
                <a:cubicBezTo>
                  <a:pt x="5" y="110"/>
                  <a:pt x="3" y="115"/>
                  <a:pt x="1" y="118"/>
                </a:cubicBezTo>
                <a:cubicBezTo>
                  <a:pt x="0" y="119"/>
                  <a:pt x="0" y="120"/>
                  <a:pt x="0" y="121"/>
                </a:cubicBezTo>
                <a:cubicBezTo>
                  <a:pt x="0" y="124"/>
                  <a:pt x="2" y="126"/>
                  <a:pt x="5" y="126"/>
                </a:cubicBezTo>
                <a:cubicBezTo>
                  <a:pt x="109" y="126"/>
                  <a:pt x="109" y="126"/>
                  <a:pt x="109" y="126"/>
                </a:cubicBezTo>
                <a:cubicBezTo>
                  <a:pt x="109" y="126"/>
                  <a:pt x="109" y="126"/>
                  <a:pt x="109" y="126"/>
                </a:cubicBezTo>
                <a:cubicBezTo>
                  <a:pt x="110" y="126"/>
                  <a:pt x="111" y="126"/>
                  <a:pt x="112" y="125"/>
                </a:cubicBezTo>
                <a:cubicBezTo>
                  <a:pt x="114" y="123"/>
                  <a:pt x="115" y="120"/>
                  <a:pt x="113" y="118"/>
                </a:cubicBezTo>
                <a:close/>
                <a:moveTo>
                  <a:pt x="65" y="9"/>
                </a:moveTo>
                <a:cubicBezTo>
                  <a:pt x="65" y="9"/>
                  <a:pt x="65" y="9"/>
                  <a:pt x="65" y="9"/>
                </a:cubicBezTo>
                <a:cubicBezTo>
                  <a:pt x="57" y="17"/>
                  <a:pt x="57" y="17"/>
                  <a:pt x="57" y="17"/>
                </a:cubicBezTo>
                <a:cubicBezTo>
                  <a:pt x="49" y="9"/>
                  <a:pt x="49" y="9"/>
                  <a:pt x="49" y="9"/>
                </a:cubicBezTo>
                <a:cubicBezTo>
                  <a:pt x="65" y="9"/>
                  <a:pt x="65" y="9"/>
                  <a:pt x="65" y="9"/>
                </a:cubicBezTo>
                <a:close/>
                <a:moveTo>
                  <a:pt x="13" y="116"/>
                </a:moveTo>
                <a:cubicBezTo>
                  <a:pt x="13" y="116"/>
                  <a:pt x="13" y="116"/>
                  <a:pt x="13" y="116"/>
                </a:cubicBezTo>
                <a:cubicBezTo>
                  <a:pt x="14" y="114"/>
                  <a:pt x="15" y="111"/>
                  <a:pt x="16" y="108"/>
                </a:cubicBezTo>
                <a:cubicBezTo>
                  <a:pt x="18" y="102"/>
                  <a:pt x="20" y="96"/>
                  <a:pt x="20" y="90"/>
                </a:cubicBezTo>
                <a:cubicBezTo>
                  <a:pt x="20" y="67"/>
                  <a:pt x="20" y="67"/>
                  <a:pt x="20" y="67"/>
                </a:cubicBezTo>
                <a:cubicBezTo>
                  <a:pt x="20" y="62"/>
                  <a:pt x="21" y="57"/>
                  <a:pt x="22" y="53"/>
                </a:cubicBezTo>
                <a:cubicBezTo>
                  <a:pt x="24" y="48"/>
                  <a:pt x="27" y="44"/>
                  <a:pt x="30" y="41"/>
                </a:cubicBezTo>
                <a:cubicBezTo>
                  <a:pt x="34" y="37"/>
                  <a:pt x="38" y="34"/>
                  <a:pt x="43" y="33"/>
                </a:cubicBezTo>
                <a:cubicBezTo>
                  <a:pt x="47" y="31"/>
                  <a:pt x="52" y="30"/>
                  <a:pt x="57" y="30"/>
                </a:cubicBezTo>
                <a:cubicBezTo>
                  <a:pt x="57" y="30"/>
                  <a:pt x="57" y="30"/>
                  <a:pt x="57" y="30"/>
                </a:cubicBezTo>
                <a:cubicBezTo>
                  <a:pt x="62" y="30"/>
                  <a:pt x="67" y="31"/>
                  <a:pt x="71" y="33"/>
                </a:cubicBezTo>
                <a:cubicBezTo>
                  <a:pt x="75" y="34"/>
                  <a:pt x="79" y="37"/>
                  <a:pt x="83" y="41"/>
                </a:cubicBezTo>
                <a:cubicBezTo>
                  <a:pt x="90" y="48"/>
                  <a:pt x="94" y="57"/>
                  <a:pt x="94" y="67"/>
                </a:cubicBezTo>
                <a:cubicBezTo>
                  <a:pt x="94" y="90"/>
                  <a:pt x="94" y="90"/>
                  <a:pt x="94" y="90"/>
                </a:cubicBezTo>
                <a:cubicBezTo>
                  <a:pt x="94" y="96"/>
                  <a:pt x="95" y="102"/>
                  <a:pt x="97" y="108"/>
                </a:cubicBezTo>
                <a:cubicBezTo>
                  <a:pt x="98" y="111"/>
                  <a:pt x="99" y="114"/>
                  <a:pt x="101" y="116"/>
                </a:cubicBezTo>
                <a:cubicBezTo>
                  <a:pt x="13" y="116"/>
                  <a:pt x="13" y="116"/>
                  <a:pt x="13" y="1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0" name="Freeform 22"/>
          <p:cNvSpPr>
            <a:spLocks noEditPoints="1"/>
          </p:cNvSpPr>
          <p:nvPr/>
        </p:nvSpPr>
        <p:spPr bwMode="auto">
          <a:xfrm>
            <a:off x="3215271" y="2714904"/>
            <a:ext cx="251120" cy="288706"/>
          </a:xfrm>
          <a:custGeom>
            <a:avLst/>
            <a:gdLst>
              <a:gd name="T0" fmla="*/ 27 w 110"/>
              <a:gd name="T1" fmla="*/ 90 h 126"/>
              <a:gd name="T2" fmla="*/ 27 w 110"/>
              <a:gd name="T3" fmla="*/ 96 h 126"/>
              <a:gd name="T4" fmla="*/ 86 w 110"/>
              <a:gd name="T5" fmla="*/ 93 h 126"/>
              <a:gd name="T6" fmla="*/ 24 w 110"/>
              <a:gd name="T7" fmla="*/ 52 h 126"/>
              <a:gd name="T8" fmla="*/ 27 w 110"/>
              <a:gd name="T9" fmla="*/ 55 h 126"/>
              <a:gd name="T10" fmla="*/ 86 w 110"/>
              <a:gd name="T11" fmla="*/ 52 h 126"/>
              <a:gd name="T12" fmla="*/ 27 w 110"/>
              <a:gd name="T13" fmla="*/ 49 h 126"/>
              <a:gd name="T14" fmla="*/ 109 w 110"/>
              <a:gd name="T15" fmla="*/ 36 h 126"/>
              <a:gd name="T16" fmla="*/ 74 w 110"/>
              <a:gd name="T17" fmla="*/ 1 h 126"/>
              <a:gd name="T18" fmla="*/ 13 w 110"/>
              <a:gd name="T19" fmla="*/ 0 h 126"/>
              <a:gd name="T20" fmla="*/ 0 w 110"/>
              <a:gd name="T21" fmla="*/ 13 h 126"/>
              <a:gd name="T22" fmla="*/ 4 w 110"/>
              <a:gd name="T23" fmla="*/ 122 h 126"/>
              <a:gd name="T24" fmla="*/ 13 w 110"/>
              <a:gd name="T25" fmla="*/ 126 h 126"/>
              <a:gd name="T26" fmla="*/ 106 w 110"/>
              <a:gd name="T27" fmla="*/ 122 h 126"/>
              <a:gd name="T28" fmla="*/ 110 w 110"/>
              <a:gd name="T29" fmla="*/ 113 h 126"/>
              <a:gd name="T30" fmla="*/ 109 w 110"/>
              <a:gd name="T31" fmla="*/ 36 h 126"/>
              <a:gd name="T32" fmla="*/ 73 w 110"/>
              <a:gd name="T33" fmla="*/ 14 h 126"/>
              <a:gd name="T34" fmla="*/ 79 w 110"/>
              <a:gd name="T35" fmla="*/ 37 h 126"/>
              <a:gd name="T36" fmla="*/ 75 w 110"/>
              <a:gd name="T37" fmla="*/ 35 h 126"/>
              <a:gd name="T38" fmla="*/ 73 w 110"/>
              <a:gd name="T39" fmla="*/ 14 h 126"/>
              <a:gd name="T40" fmla="*/ 101 w 110"/>
              <a:gd name="T41" fmla="*/ 113 h 126"/>
              <a:gd name="T42" fmla="*/ 100 w 110"/>
              <a:gd name="T43" fmla="*/ 115 h 126"/>
              <a:gd name="T44" fmla="*/ 13 w 110"/>
              <a:gd name="T45" fmla="*/ 116 h 126"/>
              <a:gd name="T46" fmla="*/ 10 w 110"/>
              <a:gd name="T47" fmla="*/ 113 h 126"/>
              <a:gd name="T48" fmla="*/ 11 w 110"/>
              <a:gd name="T49" fmla="*/ 10 h 126"/>
              <a:gd name="T50" fmla="*/ 68 w 110"/>
              <a:gd name="T51" fmla="*/ 9 h 126"/>
              <a:gd name="T52" fmla="*/ 71 w 110"/>
              <a:gd name="T53" fmla="*/ 39 h 126"/>
              <a:gd name="T54" fmla="*/ 79 w 110"/>
              <a:gd name="T55" fmla="*/ 43 h 126"/>
              <a:gd name="T56" fmla="*/ 101 w 110"/>
              <a:gd name="T57" fmla="*/ 113 h 126"/>
              <a:gd name="T58" fmla="*/ 83 w 110"/>
              <a:gd name="T59" fmla="*/ 70 h 126"/>
              <a:gd name="T60" fmla="*/ 24 w 110"/>
              <a:gd name="T61" fmla="*/ 73 h 126"/>
              <a:gd name="T62" fmla="*/ 83 w 110"/>
              <a:gd name="T63" fmla="*/ 76 h 126"/>
              <a:gd name="T64" fmla="*/ 83 w 110"/>
              <a:gd name="T65" fmla="*/ 70 h 1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10" h="126">
                <a:moveTo>
                  <a:pt x="83" y="90"/>
                </a:moveTo>
                <a:cubicBezTo>
                  <a:pt x="27" y="90"/>
                  <a:pt x="27" y="90"/>
                  <a:pt x="27" y="90"/>
                </a:cubicBezTo>
                <a:cubicBezTo>
                  <a:pt x="25" y="90"/>
                  <a:pt x="24" y="92"/>
                  <a:pt x="24" y="93"/>
                </a:cubicBezTo>
                <a:cubicBezTo>
                  <a:pt x="24" y="95"/>
                  <a:pt x="25" y="96"/>
                  <a:pt x="27" y="96"/>
                </a:cubicBezTo>
                <a:cubicBezTo>
                  <a:pt x="83" y="96"/>
                  <a:pt x="83" y="96"/>
                  <a:pt x="83" y="96"/>
                </a:cubicBezTo>
                <a:cubicBezTo>
                  <a:pt x="85" y="96"/>
                  <a:pt x="86" y="95"/>
                  <a:pt x="86" y="93"/>
                </a:cubicBezTo>
                <a:cubicBezTo>
                  <a:pt x="86" y="92"/>
                  <a:pt x="85" y="90"/>
                  <a:pt x="83" y="90"/>
                </a:cubicBezTo>
                <a:close/>
                <a:moveTo>
                  <a:pt x="24" y="52"/>
                </a:moveTo>
                <a:cubicBezTo>
                  <a:pt x="24" y="52"/>
                  <a:pt x="24" y="52"/>
                  <a:pt x="24" y="52"/>
                </a:cubicBezTo>
                <a:cubicBezTo>
                  <a:pt x="24" y="54"/>
                  <a:pt x="25" y="55"/>
                  <a:pt x="27" y="55"/>
                </a:cubicBezTo>
                <a:cubicBezTo>
                  <a:pt x="83" y="55"/>
                  <a:pt x="83" y="55"/>
                  <a:pt x="83" y="55"/>
                </a:cubicBezTo>
                <a:cubicBezTo>
                  <a:pt x="85" y="55"/>
                  <a:pt x="86" y="54"/>
                  <a:pt x="86" y="52"/>
                </a:cubicBezTo>
                <a:cubicBezTo>
                  <a:pt x="86" y="51"/>
                  <a:pt x="85" y="49"/>
                  <a:pt x="83" y="49"/>
                </a:cubicBezTo>
                <a:cubicBezTo>
                  <a:pt x="27" y="49"/>
                  <a:pt x="27" y="49"/>
                  <a:pt x="27" y="49"/>
                </a:cubicBezTo>
                <a:cubicBezTo>
                  <a:pt x="25" y="49"/>
                  <a:pt x="24" y="51"/>
                  <a:pt x="24" y="52"/>
                </a:cubicBezTo>
                <a:close/>
                <a:moveTo>
                  <a:pt x="109" y="36"/>
                </a:moveTo>
                <a:cubicBezTo>
                  <a:pt x="109" y="36"/>
                  <a:pt x="109" y="36"/>
                  <a:pt x="109" y="36"/>
                </a:cubicBezTo>
                <a:cubicBezTo>
                  <a:pt x="74" y="1"/>
                  <a:pt x="74" y="1"/>
                  <a:pt x="74" y="1"/>
                </a:cubicBezTo>
                <a:cubicBezTo>
                  <a:pt x="73" y="0"/>
                  <a:pt x="72" y="0"/>
                  <a:pt x="70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9" y="0"/>
                  <a:pt x="6" y="1"/>
                  <a:pt x="4" y="3"/>
                </a:cubicBezTo>
                <a:cubicBezTo>
                  <a:pt x="1" y="6"/>
                  <a:pt x="0" y="9"/>
                  <a:pt x="0" y="13"/>
                </a:cubicBezTo>
                <a:cubicBezTo>
                  <a:pt x="0" y="113"/>
                  <a:pt x="0" y="113"/>
                  <a:pt x="0" y="113"/>
                </a:cubicBezTo>
                <a:cubicBezTo>
                  <a:pt x="0" y="116"/>
                  <a:pt x="1" y="120"/>
                  <a:pt x="4" y="122"/>
                </a:cubicBezTo>
                <a:cubicBezTo>
                  <a:pt x="4" y="122"/>
                  <a:pt x="4" y="122"/>
                  <a:pt x="4" y="122"/>
                </a:cubicBezTo>
                <a:cubicBezTo>
                  <a:pt x="6" y="124"/>
                  <a:pt x="9" y="126"/>
                  <a:pt x="13" y="126"/>
                </a:cubicBezTo>
                <a:cubicBezTo>
                  <a:pt x="97" y="126"/>
                  <a:pt x="97" y="126"/>
                  <a:pt x="97" y="126"/>
                </a:cubicBezTo>
                <a:cubicBezTo>
                  <a:pt x="101" y="126"/>
                  <a:pt x="104" y="124"/>
                  <a:pt x="106" y="122"/>
                </a:cubicBezTo>
                <a:cubicBezTo>
                  <a:pt x="107" y="122"/>
                  <a:pt x="107" y="122"/>
                  <a:pt x="107" y="122"/>
                </a:cubicBezTo>
                <a:cubicBezTo>
                  <a:pt x="109" y="120"/>
                  <a:pt x="110" y="116"/>
                  <a:pt x="110" y="113"/>
                </a:cubicBezTo>
                <a:cubicBezTo>
                  <a:pt x="110" y="40"/>
                  <a:pt x="110" y="40"/>
                  <a:pt x="110" y="40"/>
                </a:cubicBezTo>
                <a:cubicBezTo>
                  <a:pt x="110" y="38"/>
                  <a:pt x="110" y="37"/>
                  <a:pt x="109" y="36"/>
                </a:cubicBezTo>
                <a:close/>
                <a:moveTo>
                  <a:pt x="73" y="14"/>
                </a:moveTo>
                <a:cubicBezTo>
                  <a:pt x="73" y="14"/>
                  <a:pt x="73" y="14"/>
                  <a:pt x="73" y="14"/>
                </a:cubicBezTo>
                <a:cubicBezTo>
                  <a:pt x="96" y="37"/>
                  <a:pt x="96" y="37"/>
                  <a:pt x="96" y="37"/>
                </a:cubicBezTo>
                <a:cubicBezTo>
                  <a:pt x="79" y="37"/>
                  <a:pt x="79" y="37"/>
                  <a:pt x="79" y="37"/>
                </a:cubicBezTo>
                <a:cubicBezTo>
                  <a:pt x="77" y="37"/>
                  <a:pt x="76" y="36"/>
                  <a:pt x="75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4" y="34"/>
                  <a:pt x="73" y="33"/>
                  <a:pt x="73" y="31"/>
                </a:cubicBezTo>
                <a:cubicBezTo>
                  <a:pt x="73" y="14"/>
                  <a:pt x="73" y="14"/>
                  <a:pt x="73" y="14"/>
                </a:cubicBezTo>
                <a:close/>
                <a:moveTo>
                  <a:pt x="101" y="113"/>
                </a:moveTo>
                <a:cubicBezTo>
                  <a:pt x="101" y="113"/>
                  <a:pt x="101" y="113"/>
                  <a:pt x="101" y="113"/>
                </a:cubicBezTo>
                <a:cubicBezTo>
                  <a:pt x="101" y="114"/>
                  <a:pt x="100" y="115"/>
                  <a:pt x="100" y="115"/>
                </a:cubicBezTo>
                <a:cubicBezTo>
                  <a:pt x="100" y="115"/>
                  <a:pt x="100" y="115"/>
                  <a:pt x="100" y="115"/>
                </a:cubicBezTo>
                <a:cubicBezTo>
                  <a:pt x="99" y="116"/>
                  <a:pt x="98" y="116"/>
                  <a:pt x="97" y="116"/>
                </a:cubicBezTo>
                <a:cubicBezTo>
                  <a:pt x="13" y="116"/>
                  <a:pt x="13" y="116"/>
                  <a:pt x="13" y="116"/>
                </a:cubicBezTo>
                <a:cubicBezTo>
                  <a:pt x="12" y="116"/>
                  <a:pt x="11" y="116"/>
                  <a:pt x="11" y="115"/>
                </a:cubicBezTo>
                <a:cubicBezTo>
                  <a:pt x="10" y="115"/>
                  <a:pt x="10" y="114"/>
                  <a:pt x="10" y="1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2"/>
                  <a:pt x="10" y="11"/>
                  <a:pt x="11" y="10"/>
                </a:cubicBezTo>
                <a:cubicBezTo>
                  <a:pt x="11" y="10"/>
                  <a:pt x="12" y="9"/>
                  <a:pt x="13" y="9"/>
                </a:cubicBezTo>
                <a:cubicBezTo>
                  <a:pt x="68" y="9"/>
                  <a:pt x="68" y="9"/>
                  <a:pt x="68" y="9"/>
                </a:cubicBezTo>
                <a:cubicBezTo>
                  <a:pt x="68" y="31"/>
                  <a:pt x="68" y="31"/>
                  <a:pt x="68" y="31"/>
                </a:cubicBezTo>
                <a:cubicBezTo>
                  <a:pt x="68" y="34"/>
                  <a:pt x="69" y="37"/>
                  <a:pt x="71" y="39"/>
                </a:cubicBezTo>
                <a:cubicBezTo>
                  <a:pt x="71" y="39"/>
                  <a:pt x="71" y="39"/>
                  <a:pt x="71" y="39"/>
                </a:cubicBezTo>
                <a:cubicBezTo>
                  <a:pt x="73" y="41"/>
                  <a:pt x="75" y="43"/>
                  <a:pt x="79" y="43"/>
                </a:cubicBezTo>
                <a:cubicBezTo>
                  <a:pt x="101" y="43"/>
                  <a:pt x="101" y="43"/>
                  <a:pt x="101" y="43"/>
                </a:cubicBezTo>
                <a:cubicBezTo>
                  <a:pt x="101" y="113"/>
                  <a:pt x="101" y="113"/>
                  <a:pt x="101" y="113"/>
                </a:cubicBezTo>
                <a:close/>
                <a:moveTo>
                  <a:pt x="83" y="70"/>
                </a:moveTo>
                <a:cubicBezTo>
                  <a:pt x="83" y="70"/>
                  <a:pt x="83" y="70"/>
                  <a:pt x="83" y="70"/>
                </a:cubicBezTo>
                <a:cubicBezTo>
                  <a:pt x="27" y="70"/>
                  <a:pt x="27" y="70"/>
                  <a:pt x="27" y="70"/>
                </a:cubicBezTo>
                <a:cubicBezTo>
                  <a:pt x="25" y="70"/>
                  <a:pt x="24" y="71"/>
                  <a:pt x="24" y="73"/>
                </a:cubicBezTo>
                <a:cubicBezTo>
                  <a:pt x="24" y="74"/>
                  <a:pt x="25" y="76"/>
                  <a:pt x="27" y="76"/>
                </a:cubicBezTo>
                <a:cubicBezTo>
                  <a:pt x="83" y="76"/>
                  <a:pt x="83" y="76"/>
                  <a:pt x="83" y="76"/>
                </a:cubicBezTo>
                <a:cubicBezTo>
                  <a:pt x="85" y="76"/>
                  <a:pt x="86" y="74"/>
                  <a:pt x="86" y="73"/>
                </a:cubicBezTo>
                <a:cubicBezTo>
                  <a:pt x="86" y="71"/>
                  <a:pt x="85" y="70"/>
                  <a:pt x="83" y="7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3" name="Rectangle 24"/>
          <p:cNvSpPr>
            <a:spLocks noChangeArrowheads="1"/>
          </p:cNvSpPr>
          <p:nvPr/>
        </p:nvSpPr>
        <p:spPr bwMode="auto">
          <a:xfrm>
            <a:off x="1412718" y="3551576"/>
            <a:ext cx="1422297" cy="726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因为选用的中文维基数据集并没有标签，所以采用的测试任务为经典的</a:t>
            </a: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MLM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任务</a:t>
            </a:r>
            <a:endParaRPr lang="zh-CN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Rectangle 24"/>
          <p:cNvSpPr>
            <a:spLocks noChangeArrowheads="1"/>
          </p:cNvSpPr>
          <p:nvPr/>
        </p:nvSpPr>
        <p:spPr bwMode="auto">
          <a:xfrm>
            <a:off x="2629682" y="1829346"/>
            <a:ext cx="1422297" cy="357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通过</a:t>
            </a: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transformer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加载中文</a:t>
            </a: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BERT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预训练模型</a:t>
            </a:r>
            <a:endParaRPr lang="zh-CN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3861988" y="3551576"/>
            <a:ext cx="1422297" cy="7238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将文本进行 </a:t>
            </a: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tokenization 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编码，对整个数据集进行编码，并去掉原始的文本列，只保留编码结果</a:t>
            </a:r>
            <a:endParaRPr lang="zh-CN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" name="Rectangle 24"/>
          <p:cNvSpPr>
            <a:spLocks noChangeArrowheads="1"/>
          </p:cNvSpPr>
          <p:nvPr/>
        </p:nvSpPr>
        <p:spPr bwMode="auto">
          <a:xfrm>
            <a:off x="6359214" y="3453438"/>
            <a:ext cx="1422297" cy="7238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调用</a:t>
            </a: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Hugging Face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</a:t>
            </a: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Train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类来进行评估，这里需要把</a:t>
            </a:r>
            <a:r>
              <a:rPr lang="en-US" altLang="zh-CN" sz="1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do</a:t>
            </a:r>
            <a:r>
              <a:rPr lang="en-US" altLang="zh-CN" sz="800" b="1" dirty="0" err="1">
                <a:solidFill>
                  <a:schemeClr val="bg1">
                    <a:lumMod val="50000"/>
                  </a:schemeClr>
                </a:solidFill>
              </a:rPr>
              <a:t>_</a:t>
            </a:r>
            <a:r>
              <a:rPr lang="en-US" altLang="zh-CN" sz="1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train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参数设置为</a:t>
            </a: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False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，即只执行推理部分</a:t>
            </a:r>
            <a:endParaRPr lang="en-US" altLang="zh-CN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Rectangle 24"/>
          <p:cNvSpPr>
            <a:spLocks noChangeArrowheads="1"/>
          </p:cNvSpPr>
          <p:nvPr/>
        </p:nvSpPr>
        <p:spPr bwMode="auto">
          <a:xfrm>
            <a:off x="5001792" y="1535042"/>
            <a:ext cx="1668626" cy="7238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调用</a:t>
            </a: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transformer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</a:t>
            </a: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DataCollatorForLanguageModeling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类对输入文本进行随机掩码（</a:t>
            </a: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masking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）处理，</a:t>
            </a:r>
            <a:endParaRPr lang="zh-CN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" name="Rectangle 39"/>
          <p:cNvSpPr>
            <a:spLocks noChangeArrowheads="1"/>
          </p:cNvSpPr>
          <p:nvPr/>
        </p:nvSpPr>
        <p:spPr bwMode="auto">
          <a:xfrm>
            <a:off x="416159" y="278281"/>
            <a:ext cx="2778059" cy="307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测试任务及流程</a:t>
            </a:r>
            <a:endParaRPr lang="en-US" altLang="zh-CN" sz="20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416158" y="699542"/>
            <a:ext cx="899592" cy="56017"/>
            <a:chOff x="0" y="2842590"/>
            <a:chExt cx="7054752" cy="89199"/>
          </a:xfrm>
        </p:grpSpPr>
        <p:sp>
          <p:nvSpPr>
            <p:cNvPr id="33" name="矩形 32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7" name="Line 19"/>
          <p:cNvSpPr>
            <a:spLocks noChangeShapeType="1"/>
          </p:cNvSpPr>
          <p:nvPr/>
        </p:nvSpPr>
        <p:spPr bwMode="auto">
          <a:xfrm>
            <a:off x="6639038" y="2365228"/>
            <a:ext cx="0" cy="2254946"/>
          </a:xfrm>
          <a:prstGeom prst="line">
            <a:avLst/>
          </a:prstGeom>
          <a:noFill/>
          <a:ln w="6350" cmpd="sng">
            <a:solidFill>
              <a:schemeClr val="bg1">
                <a:lumMod val="50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8" name="Line 20"/>
          <p:cNvSpPr>
            <a:spLocks noChangeShapeType="1"/>
          </p:cNvSpPr>
          <p:nvPr/>
        </p:nvSpPr>
        <p:spPr bwMode="auto">
          <a:xfrm>
            <a:off x="7175613" y="2365228"/>
            <a:ext cx="0" cy="2254946"/>
          </a:xfrm>
          <a:prstGeom prst="line">
            <a:avLst/>
          </a:prstGeom>
          <a:noFill/>
          <a:ln w="6350" cmpd="sng">
            <a:solidFill>
              <a:schemeClr val="bg1">
                <a:lumMod val="50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9" name="Freeform 21"/>
          <p:cNvSpPr/>
          <p:nvPr/>
        </p:nvSpPr>
        <p:spPr bwMode="auto">
          <a:xfrm>
            <a:off x="6005488" y="1835510"/>
            <a:ext cx="633551" cy="1088692"/>
          </a:xfrm>
          <a:custGeom>
            <a:avLst/>
            <a:gdLst>
              <a:gd name="T0" fmla="*/ 0 w 381"/>
              <a:gd name="T1" fmla="*/ 0 h 579"/>
              <a:gd name="T2" fmla="*/ 0 w 381"/>
              <a:gd name="T3" fmla="*/ 579 h 579"/>
              <a:gd name="T4" fmla="*/ 381 w 381"/>
              <a:gd name="T5" fmla="*/ 579 h 5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1" h="579">
                <a:moveTo>
                  <a:pt x="0" y="0"/>
                </a:moveTo>
                <a:lnTo>
                  <a:pt x="0" y="579"/>
                </a:lnTo>
                <a:lnTo>
                  <a:pt x="381" y="579"/>
                </a:lnTo>
              </a:path>
            </a:pathLst>
          </a:custGeom>
          <a:noFill/>
          <a:ln w="6350" cap="flat" cmpd="sng">
            <a:solidFill>
              <a:schemeClr val="bg1">
                <a:lumMod val="50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50" name="Freeform 22"/>
          <p:cNvSpPr/>
          <p:nvPr/>
        </p:nvSpPr>
        <p:spPr bwMode="auto">
          <a:xfrm>
            <a:off x="7175613" y="2222310"/>
            <a:ext cx="787400" cy="765411"/>
          </a:xfrm>
          <a:custGeom>
            <a:avLst/>
            <a:gdLst>
              <a:gd name="T0" fmla="*/ 0 w 496"/>
              <a:gd name="T1" fmla="*/ 482 h 482"/>
              <a:gd name="T2" fmla="*/ 496 w 496"/>
              <a:gd name="T3" fmla="*/ 482 h 482"/>
              <a:gd name="T4" fmla="*/ 496 w 496"/>
              <a:gd name="T5" fmla="*/ 0 h 4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96" h="482">
                <a:moveTo>
                  <a:pt x="0" y="482"/>
                </a:moveTo>
                <a:lnTo>
                  <a:pt x="496" y="482"/>
                </a:lnTo>
                <a:lnTo>
                  <a:pt x="496" y="0"/>
                </a:lnTo>
              </a:path>
            </a:pathLst>
          </a:custGeom>
          <a:noFill/>
          <a:ln w="6350" cap="flat" cmpd="sng">
            <a:solidFill>
              <a:schemeClr val="bg1">
                <a:lumMod val="50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51" name="Freeform 23"/>
          <p:cNvSpPr/>
          <p:nvPr/>
        </p:nvSpPr>
        <p:spPr bwMode="auto">
          <a:xfrm>
            <a:off x="7175613" y="3310082"/>
            <a:ext cx="666750" cy="994082"/>
          </a:xfrm>
          <a:custGeom>
            <a:avLst/>
            <a:gdLst>
              <a:gd name="T0" fmla="*/ 420 w 420"/>
              <a:gd name="T1" fmla="*/ 0 h 626"/>
              <a:gd name="T2" fmla="*/ 330 w 420"/>
              <a:gd name="T3" fmla="*/ 0 h 626"/>
              <a:gd name="T4" fmla="*/ 330 w 420"/>
              <a:gd name="T5" fmla="*/ 626 h 626"/>
              <a:gd name="T6" fmla="*/ 0 w 420"/>
              <a:gd name="T7" fmla="*/ 626 h 6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20" h="626">
                <a:moveTo>
                  <a:pt x="420" y="0"/>
                </a:moveTo>
                <a:lnTo>
                  <a:pt x="330" y="0"/>
                </a:lnTo>
                <a:lnTo>
                  <a:pt x="330" y="626"/>
                </a:lnTo>
                <a:lnTo>
                  <a:pt x="0" y="626"/>
                </a:lnTo>
              </a:path>
            </a:pathLst>
          </a:custGeom>
          <a:noFill/>
          <a:ln w="6350" cap="flat" cmpd="sng">
            <a:solidFill>
              <a:schemeClr val="bg1">
                <a:lumMod val="50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52" name="Freeform 24"/>
          <p:cNvSpPr/>
          <p:nvPr/>
        </p:nvSpPr>
        <p:spPr bwMode="auto">
          <a:xfrm>
            <a:off x="6031025" y="3227507"/>
            <a:ext cx="1144588" cy="627257"/>
          </a:xfrm>
          <a:custGeom>
            <a:avLst/>
            <a:gdLst>
              <a:gd name="T0" fmla="*/ 721 w 721"/>
              <a:gd name="T1" fmla="*/ 395 h 395"/>
              <a:gd name="T2" fmla="*/ 191 w 721"/>
              <a:gd name="T3" fmla="*/ 395 h 395"/>
              <a:gd name="T4" fmla="*/ 191 w 721"/>
              <a:gd name="T5" fmla="*/ 0 h 395"/>
              <a:gd name="T6" fmla="*/ 0 w 721"/>
              <a:gd name="T7" fmla="*/ 0 h 3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21" h="395">
                <a:moveTo>
                  <a:pt x="721" y="395"/>
                </a:moveTo>
                <a:lnTo>
                  <a:pt x="191" y="395"/>
                </a:lnTo>
                <a:lnTo>
                  <a:pt x="191" y="0"/>
                </a:lnTo>
                <a:lnTo>
                  <a:pt x="0" y="0"/>
                </a:lnTo>
              </a:path>
            </a:pathLst>
          </a:custGeom>
          <a:noFill/>
          <a:ln w="6350" cap="flat" cmpd="sng">
            <a:solidFill>
              <a:schemeClr val="bg1">
                <a:lumMod val="50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6" name="Freeform 8"/>
          <p:cNvSpPr/>
          <p:nvPr/>
        </p:nvSpPr>
        <p:spPr bwMode="auto">
          <a:xfrm>
            <a:off x="6054838" y="899513"/>
            <a:ext cx="1747837" cy="1121121"/>
          </a:xfrm>
          <a:custGeom>
            <a:avLst/>
            <a:gdLst>
              <a:gd name="T0" fmla="*/ 74 w 466"/>
              <a:gd name="T1" fmla="*/ 299 h 299"/>
              <a:gd name="T2" fmla="*/ 394 w 466"/>
              <a:gd name="T3" fmla="*/ 299 h 299"/>
              <a:gd name="T4" fmla="*/ 466 w 466"/>
              <a:gd name="T5" fmla="*/ 215 h 299"/>
              <a:gd name="T6" fmla="*/ 388 w 466"/>
              <a:gd name="T7" fmla="*/ 152 h 299"/>
              <a:gd name="T8" fmla="*/ 308 w 466"/>
              <a:gd name="T9" fmla="*/ 24 h 299"/>
              <a:gd name="T10" fmla="*/ 166 w 466"/>
              <a:gd name="T11" fmla="*/ 98 h 299"/>
              <a:gd name="T12" fmla="*/ 108 w 466"/>
              <a:gd name="T13" fmla="*/ 86 h 299"/>
              <a:gd name="T14" fmla="*/ 83 w 466"/>
              <a:gd name="T15" fmla="*/ 135 h 299"/>
              <a:gd name="T16" fmla="*/ 12 w 466"/>
              <a:gd name="T17" fmla="*/ 202 h 299"/>
              <a:gd name="T18" fmla="*/ 74 w 466"/>
              <a:gd name="T19" fmla="*/ 299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66" h="299">
                <a:moveTo>
                  <a:pt x="74" y="299"/>
                </a:moveTo>
                <a:cubicBezTo>
                  <a:pt x="124" y="299"/>
                  <a:pt x="353" y="299"/>
                  <a:pt x="394" y="299"/>
                </a:cubicBezTo>
                <a:cubicBezTo>
                  <a:pt x="436" y="299"/>
                  <a:pt x="466" y="276"/>
                  <a:pt x="466" y="215"/>
                </a:cubicBezTo>
                <a:cubicBezTo>
                  <a:pt x="466" y="153"/>
                  <a:pt x="408" y="136"/>
                  <a:pt x="388" y="152"/>
                </a:cubicBezTo>
                <a:cubicBezTo>
                  <a:pt x="388" y="152"/>
                  <a:pt x="400" y="48"/>
                  <a:pt x="308" y="24"/>
                </a:cubicBezTo>
                <a:cubicBezTo>
                  <a:pt x="215" y="0"/>
                  <a:pt x="172" y="78"/>
                  <a:pt x="166" y="98"/>
                </a:cubicBezTo>
                <a:cubicBezTo>
                  <a:pt x="166" y="98"/>
                  <a:pt x="145" y="69"/>
                  <a:pt x="108" y="86"/>
                </a:cubicBezTo>
                <a:cubicBezTo>
                  <a:pt x="74" y="101"/>
                  <a:pt x="83" y="135"/>
                  <a:pt x="83" y="135"/>
                </a:cubicBezTo>
                <a:cubicBezTo>
                  <a:pt x="83" y="135"/>
                  <a:pt x="24" y="146"/>
                  <a:pt x="12" y="202"/>
                </a:cubicBezTo>
                <a:cubicBezTo>
                  <a:pt x="0" y="260"/>
                  <a:pt x="37" y="299"/>
                  <a:pt x="74" y="29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537" name="Freeform 9"/>
          <p:cNvSpPr/>
          <p:nvPr/>
        </p:nvSpPr>
        <p:spPr bwMode="auto">
          <a:xfrm>
            <a:off x="5126979" y="1099290"/>
            <a:ext cx="1323975" cy="851163"/>
          </a:xfrm>
          <a:custGeom>
            <a:avLst/>
            <a:gdLst>
              <a:gd name="T0" fmla="*/ 56 w 353"/>
              <a:gd name="T1" fmla="*/ 227 h 227"/>
              <a:gd name="T2" fmla="*/ 299 w 353"/>
              <a:gd name="T3" fmla="*/ 227 h 227"/>
              <a:gd name="T4" fmla="*/ 353 w 353"/>
              <a:gd name="T5" fmla="*/ 163 h 227"/>
              <a:gd name="T6" fmla="*/ 294 w 353"/>
              <a:gd name="T7" fmla="*/ 115 h 227"/>
              <a:gd name="T8" fmla="*/ 233 w 353"/>
              <a:gd name="T9" fmla="*/ 19 h 227"/>
              <a:gd name="T10" fmla="*/ 125 w 353"/>
              <a:gd name="T11" fmla="*/ 75 h 227"/>
              <a:gd name="T12" fmla="*/ 82 w 353"/>
              <a:gd name="T13" fmla="*/ 65 h 227"/>
              <a:gd name="T14" fmla="*/ 62 w 353"/>
              <a:gd name="T15" fmla="*/ 103 h 227"/>
              <a:gd name="T16" fmla="*/ 9 w 353"/>
              <a:gd name="T17" fmla="*/ 154 h 227"/>
              <a:gd name="T18" fmla="*/ 56 w 353"/>
              <a:gd name="T19" fmla="*/ 227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53" h="227">
                <a:moveTo>
                  <a:pt x="56" y="227"/>
                </a:moveTo>
                <a:cubicBezTo>
                  <a:pt x="94" y="227"/>
                  <a:pt x="267" y="227"/>
                  <a:pt x="299" y="227"/>
                </a:cubicBezTo>
                <a:cubicBezTo>
                  <a:pt x="330" y="227"/>
                  <a:pt x="353" y="210"/>
                  <a:pt x="353" y="163"/>
                </a:cubicBezTo>
                <a:cubicBezTo>
                  <a:pt x="353" y="116"/>
                  <a:pt x="309" y="104"/>
                  <a:pt x="294" y="115"/>
                </a:cubicBezTo>
                <a:cubicBezTo>
                  <a:pt x="294" y="115"/>
                  <a:pt x="303" y="37"/>
                  <a:pt x="233" y="19"/>
                </a:cubicBezTo>
                <a:cubicBezTo>
                  <a:pt x="163" y="0"/>
                  <a:pt x="130" y="60"/>
                  <a:pt x="125" y="75"/>
                </a:cubicBezTo>
                <a:cubicBezTo>
                  <a:pt x="125" y="75"/>
                  <a:pt x="110" y="53"/>
                  <a:pt x="82" y="65"/>
                </a:cubicBezTo>
                <a:cubicBezTo>
                  <a:pt x="56" y="77"/>
                  <a:pt x="62" y="103"/>
                  <a:pt x="62" y="103"/>
                </a:cubicBezTo>
                <a:cubicBezTo>
                  <a:pt x="62" y="103"/>
                  <a:pt x="18" y="111"/>
                  <a:pt x="9" y="154"/>
                </a:cubicBezTo>
                <a:cubicBezTo>
                  <a:pt x="0" y="198"/>
                  <a:pt x="28" y="227"/>
                  <a:pt x="56" y="22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540" name="Freeform 12"/>
          <p:cNvSpPr/>
          <p:nvPr/>
        </p:nvSpPr>
        <p:spPr bwMode="auto">
          <a:xfrm>
            <a:off x="7693139" y="932862"/>
            <a:ext cx="517525" cy="333478"/>
          </a:xfrm>
          <a:custGeom>
            <a:avLst/>
            <a:gdLst>
              <a:gd name="T0" fmla="*/ 22 w 138"/>
              <a:gd name="T1" fmla="*/ 89 h 89"/>
              <a:gd name="T2" fmla="*/ 117 w 138"/>
              <a:gd name="T3" fmla="*/ 89 h 89"/>
              <a:gd name="T4" fmla="*/ 138 w 138"/>
              <a:gd name="T5" fmla="*/ 64 h 89"/>
              <a:gd name="T6" fmla="*/ 115 w 138"/>
              <a:gd name="T7" fmla="*/ 45 h 89"/>
              <a:gd name="T8" fmla="*/ 91 w 138"/>
              <a:gd name="T9" fmla="*/ 7 h 89"/>
              <a:gd name="T10" fmla="*/ 49 w 138"/>
              <a:gd name="T11" fmla="*/ 29 h 89"/>
              <a:gd name="T12" fmla="*/ 32 w 138"/>
              <a:gd name="T13" fmla="*/ 25 h 89"/>
              <a:gd name="T14" fmla="*/ 24 w 138"/>
              <a:gd name="T15" fmla="*/ 40 h 89"/>
              <a:gd name="T16" fmla="*/ 3 w 138"/>
              <a:gd name="T17" fmla="*/ 60 h 89"/>
              <a:gd name="T18" fmla="*/ 22 w 138"/>
              <a:gd name="T19" fmla="*/ 89 h 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38" h="89">
                <a:moveTo>
                  <a:pt x="22" y="89"/>
                </a:moveTo>
                <a:cubicBezTo>
                  <a:pt x="37" y="89"/>
                  <a:pt x="105" y="89"/>
                  <a:pt x="117" y="89"/>
                </a:cubicBezTo>
                <a:cubicBezTo>
                  <a:pt x="129" y="89"/>
                  <a:pt x="138" y="82"/>
                  <a:pt x="138" y="64"/>
                </a:cubicBezTo>
                <a:cubicBezTo>
                  <a:pt x="138" y="45"/>
                  <a:pt x="121" y="40"/>
                  <a:pt x="115" y="45"/>
                </a:cubicBezTo>
                <a:cubicBezTo>
                  <a:pt x="115" y="45"/>
                  <a:pt x="119" y="14"/>
                  <a:pt x="91" y="7"/>
                </a:cubicBezTo>
                <a:cubicBezTo>
                  <a:pt x="64" y="0"/>
                  <a:pt x="51" y="23"/>
                  <a:pt x="49" y="29"/>
                </a:cubicBezTo>
                <a:cubicBezTo>
                  <a:pt x="49" y="29"/>
                  <a:pt x="43" y="20"/>
                  <a:pt x="32" y="25"/>
                </a:cubicBezTo>
                <a:cubicBezTo>
                  <a:pt x="22" y="30"/>
                  <a:pt x="24" y="40"/>
                  <a:pt x="24" y="40"/>
                </a:cubicBezTo>
                <a:cubicBezTo>
                  <a:pt x="24" y="40"/>
                  <a:pt x="7" y="43"/>
                  <a:pt x="3" y="60"/>
                </a:cubicBezTo>
                <a:cubicBezTo>
                  <a:pt x="0" y="77"/>
                  <a:pt x="11" y="89"/>
                  <a:pt x="22" y="8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541" name="Freeform 13"/>
          <p:cNvSpPr/>
          <p:nvPr/>
        </p:nvSpPr>
        <p:spPr bwMode="auto">
          <a:xfrm>
            <a:off x="4857864" y="1086896"/>
            <a:ext cx="306387" cy="195323"/>
          </a:xfrm>
          <a:custGeom>
            <a:avLst/>
            <a:gdLst>
              <a:gd name="T0" fmla="*/ 13 w 82"/>
              <a:gd name="T1" fmla="*/ 52 h 52"/>
              <a:gd name="T2" fmla="*/ 69 w 82"/>
              <a:gd name="T3" fmla="*/ 52 h 52"/>
              <a:gd name="T4" fmla="*/ 82 w 82"/>
              <a:gd name="T5" fmla="*/ 38 h 52"/>
              <a:gd name="T6" fmla="*/ 68 w 82"/>
              <a:gd name="T7" fmla="*/ 27 h 52"/>
              <a:gd name="T8" fmla="*/ 54 w 82"/>
              <a:gd name="T9" fmla="*/ 4 h 52"/>
              <a:gd name="T10" fmla="*/ 29 w 82"/>
              <a:gd name="T11" fmla="*/ 17 h 52"/>
              <a:gd name="T12" fmla="*/ 19 w 82"/>
              <a:gd name="T13" fmla="*/ 15 h 52"/>
              <a:gd name="T14" fmla="*/ 14 w 82"/>
              <a:gd name="T15" fmla="*/ 24 h 52"/>
              <a:gd name="T16" fmla="*/ 2 w 82"/>
              <a:gd name="T17" fmla="*/ 35 h 52"/>
              <a:gd name="T18" fmla="*/ 13 w 82"/>
              <a:gd name="T19" fmla="*/ 52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2" h="52">
                <a:moveTo>
                  <a:pt x="13" y="52"/>
                </a:moveTo>
                <a:cubicBezTo>
                  <a:pt x="22" y="52"/>
                  <a:pt x="62" y="52"/>
                  <a:pt x="69" y="52"/>
                </a:cubicBezTo>
                <a:cubicBezTo>
                  <a:pt x="76" y="52"/>
                  <a:pt x="82" y="48"/>
                  <a:pt x="82" y="38"/>
                </a:cubicBezTo>
                <a:cubicBezTo>
                  <a:pt x="82" y="27"/>
                  <a:pt x="71" y="24"/>
                  <a:pt x="68" y="27"/>
                </a:cubicBezTo>
                <a:cubicBezTo>
                  <a:pt x="68" y="27"/>
                  <a:pt x="70" y="8"/>
                  <a:pt x="54" y="4"/>
                </a:cubicBezTo>
                <a:cubicBezTo>
                  <a:pt x="38" y="0"/>
                  <a:pt x="30" y="14"/>
                  <a:pt x="29" y="17"/>
                </a:cubicBezTo>
                <a:cubicBezTo>
                  <a:pt x="29" y="17"/>
                  <a:pt x="25" y="12"/>
                  <a:pt x="19" y="15"/>
                </a:cubicBezTo>
                <a:cubicBezTo>
                  <a:pt x="13" y="18"/>
                  <a:pt x="14" y="24"/>
                  <a:pt x="14" y="24"/>
                </a:cubicBezTo>
                <a:cubicBezTo>
                  <a:pt x="14" y="24"/>
                  <a:pt x="4" y="25"/>
                  <a:pt x="2" y="35"/>
                </a:cubicBezTo>
                <a:cubicBezTo>
                  <a:pt x="0" y="46"/>
                  <a:pt x="6" y="52"/>
                  <a:pt x="13" y="5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542" name="Freeform 14"/>
          <p:cNvSpPr/>
          <p:nvPr/>
        </p:nvSpPr>
        <p:spPr bwMode="auto">
          <a:xfrm>
            <a:off x="5007089" y="2477976"/>
            <a:ext cx="307975" cy="195323"/>
          </a:xfrm>
          <a:custGeom>
            <a:avLst/>
            <a:gdLst>
              <a:gd name="T0" fmla="*/ 13 w 82"/>
              <a:gd name="T1" fmla="*/ 52 h 52"/>
              <a:gd name="T2" fmla="*/ 69 w 82"/>
              <a:gd name="T3" fmla="*/ 52 h 52"/>
              <a:gd name="T4" fmla="*/ 82 w 82"/>
              <a:gd name="T5" fmla="*/ 37 h 52"/>
              <a:gd name="T6" fmla="*/ 68 w 82"/>
              <a:gd name="T7" fmla="*/ 26 h 52"/>
              <a:gd name="T8" fmla="*/ 54 w 82"/>
              <a:gd name="T9" fmla="*/ 4 h 52"/>
              <a:gd name="T10" fmla="*/ 29 w 82"/>
              <a:gd name="T11" fmla="*/ 17 h 52"/>
              <a:gd name="T12" fmla="*/ 19 w 82"/>
              <a:gd name="T13" fmla="*/ 15 h 52"/>
              <a:gd name="T14" fmla="*/ 14 w 82"/>
              <a:gd name="T15" fmla="*/ 23 h 52"/>
              <a:gd name="T16" fmla="*/ 2 w 82"/>
              <a:gd name="T17" fmla="*/ 35 h 52"/>
              <a:gd name="T18" fmla="*/ 13 w 82"/>
              <a:gd name="T19" fmla="*/ 52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2" h="52">
                <a:moveTo>
                  <a:pt x="13" y="52"/>
                </a:moveTo>
                <a:cubicBezTo>
                  <a:pt x="22" y="52"/>
                  <a:pt x="62" y="52"/>
                  <a:pt x="69" y="52"/>
                </a:cubicBezTo>
                <a:cubicBezTo>
                  <a:pt x="76" y="52"/>
                  <a:pt x="82" y="48"/>
                  <a:pt x="82" y="37"/>
                </a:cubicBezTo>
                <a:cubicBezTo>
                  <a:pt x="82" y="26"/>
                  <a:pt x="71" y="23"/>
                  <a:pt x="68" y="26"/>
                </a:cubicBezTo>
                <a:cubicBezTo>
                  <a:pt x="68" y="26"/>
                  <a:pt x="70" y="8"/>
                  <a:pt x="54" y="4"/>
                </a:cubicBezTo>
                <a:cubicBezTo>
                  <a:pt x="38" y="0"/>
                  <a:pt x="30" y="13"/>
                  <a:pt x="29" y="17"/>
                </a:cubicBezTo>
                <a:cubicBezTo>
                  <a:pt x="29" y="17"/>
                  <a:pt x="25" y="12"/>
                  <a:pt x="19" y="15"/>
                </a:cubicBezTo>
                <a:cubicBezTo>
                  <a:pt x="13" y="17"/>
                  <a:pt x="14" y="23"/>
                  <a:pt x="14" y="23"/>
                </a:cubicBezTo>
                <a:cubicBezTo>
                  <a:pt x="14" y="23"/>
                  <a:pt x="4" y="25"/>
                  <a:pt x="2" y="35"/>
                </a:cubicBezTo>
                <a:cubicBezTo>
                  <a:pt x="0" y="45"/>
                  <a:pt x="6" y="52"/>
                  <a:pt x="13" y="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543" name="Freeform 15"/>
          <p:cNvSpPr/>
          <p:nvPr/>
        </p:nvSpPr>
        <p:spPr bwMode="auto">
          <a:xfrm>
            <a:off x="8210664" y="2425573"/>
            <a:ext cx="388937" cy="250902"/>
          </a:xfrm>
          <a:custGeom>
            <a:avLst/>
            <a:gdLst>
              <a:gd name="T0" fmla="*/ 16 w 104"/>
              <a:gd name="T1" fmla="*/ 67 h 67"/>
              <a:gd name="T2" fmla="*/ 88 w 104"/>
              <a:gd name="T3" fmla="*/ 67 h 67"/>
              <a:gd name="T4" fmla="*/ 104 w 104"/>
              <a:gd name="T5" fmla="*/ 48 h 67"/>
              <a:gd name="T6" fmla="*/ 87 w 104"/>
              <a:gd name="T7" fmla="*/ 34 h 67"/>
              <a:gd name="T8" fmla="*/ 69 w 104"/>
              <a:gd name="T9" fmla="*/ 5 h 67"/>
              <a:gd name="T10" fmla="*/ 37 w 104"/>
              <a:gd name="T11" fmla="*/ 22 h 67"/>
              <a:gd name="T12" fmla="*/ 24 w 104"/>
              <a:gd name="T13" fmla="*/ 19 h 67"/>
              <a:gd name="T14" fmla="*/ 18 w 104"/>
              <a:gd name="T15" fmla="*/ 30 h 67"/>
              <a:gd name="T16" fmla="*/ 2 w 104"/>
              <a:gd name="T17" fmla="*/ 45 h 67"/>
              <a:gd name="T18" fmla="*/ 16 w 104"/>
              <a:gd name="T19" fmla="*/ 67 h 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04" h="67">
                <a:moveTo>
                  <a:pt x="16" y="67"/>
                </a:moveTo>
                <a:cubicBezTo>
                  <a:pt x="28" y="67"/>
                  <a:pt x="79" y="67"/>
                  <a:pt x="88" y="67"/>
                </a:cubicBezTo>
                <a:cubicBezTo>
                  <a:pt x="98" y="67"/>
                  <a:pt x="104" y="62"/>
                  <a:pt x="104" y="48"/>
                </a:cubicBezTo>
                <a:cubicBezTo>
                  <a:pt x="104" y="34"/>
                  <a:pt x="91" y="31"/>
                  <a:pt x="87" y="34"/>
                </a:cubicBezTo>
                <a:cubicBezTo>
                  <a:pt x="87" y="34"/>
                  <a:pt x="90" y="11"/>
                  <a:pt x="69" y="5"/>
                </a:cubicBezTo>
                <a:cubicBezTo>
                  <a:pt x="48" y="0"/>
                  <a:pt x="38" y="17"/>
                  <a:pt x="37" y="22"/>
                </a:cubicBezTo>
                <a:cubicBezTo>
                  <a:pt x="37" y="22"/>
                  <a:pt x="32" y="16"/>
                  <a:pt x="24" y="19"/>
                </a:cubicBezTo>
                <a:cubicBezTo>
                  <a:pt x="16" y="23"/>
                  <a:pt x="18" y="30"/>
                  <a:pt x="18" y="30"/>
                </a:cubicBezTo>
                <a:cubicBezTo>
                  <a:pt x="18" y="30"/>
                  <a:pt x="5" y="33"/>
                  <a:pt x="2" y="45"/>
                </a:cubicBezTo>
                <a:cubicBezTo>
                  <a:pt x="0" y="58"/>
                  <a:pt x="8" y="67"/>
                  <a:pt x="16" y="6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544" name="Freeform 16"/>
          <p:cNvSpPr/>
          <p:nvPr/>
        </p:nvSpPr>
        <p:spPr bwMode="auto">
          <a:xfrm>
            <a:off x="4962638" y="2733642"/>
            <a:ext cx="1071562" cy="686012"/>
          </a:xfrm>
          <a:custGeom>
            <a:avLst/>
            <a:gdLst>
              <a:gd name="T0" fmla="*/ 46 w 286"/>
              <a:gd name="T1" fmla="*/ 183 h 183"/>
              <a:gd name="T2" fmla="*/ 241 w 286"/>
              <a:gd name="T3" fmla="*/ 183 h 183"/>
              <a:gd name="T4" fmla="*/ 286 w 286"/>
              <a:gd name="T5" fmla="*/ 131 h 183"/>
              <a:gd name="T6" fmla="*/ 238 w 286"/>
              <a:gd name="T7" fmla="*/ 93 h 183"/>
              <a:gd name="T8" fmla="*/ 189 w 286"/>
              <a:gd name="T9" fmla="*/ 15 h 183"/>
              <a:gd name="T10" fmla="*/ 102 w 286"/>
              <a:gd name="T11" fmla="*/ 60 h 183"/>
              <a:gd name="T12" fmla="*/ 67 w 286"/>
              <a:gd name="T13" fmla="*/ 52 h 183"/>
              <a:gd name="T14" fmla="*/ 51 w 286"/>
              <a:gd name="T15" fmla="*/ 83 h 183"/>
              <a:gd name="T16" fmla="*/ 8 w 286"/>
              <a:gd name="T17" fmla="*/ 123 h 183"/>
              <a:gd name="T18" fmla="*/ 46 w 286"/>
              <a:gd name="T19" fmla="*/ 183 h 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86" h="183">
                <a:moveTo>
                  <a:pt x="46" y="183"/>
                </a:moveTo>
                <a:cubicBezTo>
                  <a:pt x="76" y="183"/>
                  <a:pt x="216" y="183"/>
                  <a:pt x="241" y="183"/>
                </a:cubicBezTo>
                <a:cubicBezTo>
                  <a:pt x="267" y="183"/>
                  <a:pt x="286" y="169"/>
                  <a:pt x="286" y="131"/>
                </a:cubicBezTo>
                <a:cubicBezTo>
                  <a:pt x="286" y="93"/>
                  <a:pt x="250" y="83"/>
                  <a:pt x="238" y="93"/>
                </a:cubicBezTo>
                <a:cubicBezTo>
                  <a:pt x="238" y="93"/>
                  <a:pt x="245" y="29"/>
                  <a:pt x="189" y="15"/>
                </a:cubicBezTo>
                <a:cubicBezTo>
                  <a:pt x="132" y="0"/>
                  <a:pt x="105" y="48"/>
                  <a:pt x="102" y="60"/>
                </a:cubicBezTo>
                <a:cubicBezTo>
                  <a:pt x="102" y="60"/>
                  <a:pt x="89" y="42"/>
                  <a:pt x="67" y="52"/>
                </a:cubicBezTo>
                <a:cubicBezTo>
                  <a:pt x="46" y="62"/>
                  <a:pt x="51" y="83"/>
                  <a:pt x="51" y="83"/>
                </a:cubicBezTo>
                <a:cubicBezTo>
                  <a:pt x="51" y="83"/>
                  <a:pt x="15" y="89"/>
                  <a:pt x="8" y="123"/>
                </a:cubicBezTo>
                <a:cubicBezTo>
                  <a:pt x="0" y="159"/>
                  <a:pt x="23" y="183"/>
                  <a:pt x="46" y="18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545" name="Freeform 17"/>
          <p:cNvSpPr/>
          <p:nvPr/>
        </p:nvSpPr>
        <p:spPr bwMode="auto">
          <a:xfrm>
            <a:off x="7823313" y="2886089"/>
            <a:ext cx="908050" cy="582792"/>
          </a:xfrm>
          <a:custGeom>
            <a:avLst/>
            <a:gdLst>
              <a:gd name="T0" fmla="*/ 39 w 242"/>
              <a:gd name="T1" fmla="*/ 155 h 155"/>
              <a:gd name="T2" fmla="*/ 205 w 242"/>
              <a:gd name="T3" fmla="*/ 155 h 155"/>
              <a:gd name="T4" fmla="*/ 242 w 242"/>
              <a:gd name="T5" fmla="*/ 111 h 155"/>
              <a:gd name="T6" fmla="*/ 202 w 242"/>
              <a:gd name="T7" fmla="*/ 78 h 155"/>
              <a:gd name="T8" fmla="*/ 160 w 242"/>
              <a:gd name="T9" fmla="*/ 12 h 155"/>
              <a:gd name="T10" fmla="*/ 86 w 242"/>
              <a:gd name="T11" fmla="*/ 50 h 155"/>
              <a:gd name="T12" fmla="*/ 56 w 242"/>
              <a:gd name="T13" fmla="*/ 44 h 155"/>
              <a:gd name="T14" fmla="*/ 43 w 242"/>
              <a:gd name="T15" fmla="*/ 70 h 155"/>
              <a:gd name="T16" fmla="*/ 6 w 242"/>
              <a:gd name="T17" fmla="*/ 105 h 155"/>
              <a:gd name="T18" fmla="*/ 39 w 242"/>
              <a:gd name="T19" fmla="*/ 155 h 1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42" h="155">
                <a:moveTo>
                  <a:pt x="39" y="155"/>
                </a:moveTo>
                <a:cubicBezTo>
                  <a:pt x="65" y="155"/>
                  <a:pt x="183" y="155"/>
                  <a:pt x="205" y="155"/>
                </a:cubicBezTo>
                <a:cubicBezTo>
                  <a:pt x="227" y="155"/>
                  <a:pt x="242" y="143"/>
                  <a:pt x="242" y="111"/>
                </a:cubicBezTo>
                <a:cubicBezTo>
                  <a:pt x="242" y="79"/>
                  <a:pt x="212" y="71"/>
                  <a:pt x="202" y="78"/>
                </a:cubicBezTo>
                <a:cubicBezTo>
                  <a:pt x="202" y="78"/>
                  <a:pt x="208" y="25"/>
                  <a:pt x="160" y="12"/>
                </a:cubicBezTo>
                <a:cubicBezTo>
                  <a:pt x="112" y="0"/>
                  <a:pt x="89" y="40"/>
                  <a:pt x="86" y="50"/>
                </a:cubicBezTo>
                <a:cubicBezTo>
                  <a:pt x="86" y="50"/>
                  <a:pt x="76" y="36"/>
                  <a:pt x="56" y="44"/>
                </a:cubicBezTo>
                <a:cubicBezTo>
                  <a:pt x="39" y="52"/>
                  <a:pt x="43" y="70"/>
                  <a:pt x="43" y="70"/>
                </a:cubicBezTo>
                <a:cubicBezTo>
                  <a:pt x="43" y="70"/>
                  <a:pt x="12" y="75"/>
                  <a:pt x="6" y="105"/>
                </a:cubicBezTo>
                <a:cubicBezTo>
                  <a:pt x="0" y="135"/>
                  <a:pt x="19" y="155"/>
                  <a:pt x="39" y="15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546" name="Freeform 18"/>
          <p:cNvSpPr/>
          <p:nvPr/>
        </p:nvSpPr>
        <p:spPr bwMode="auto">
          <a:xfrm>
            <a:off x="5769088" y="3786479"/>
            <a:ext cx="457200" cy="293779"/>
          </a:xfrm>
          <a:custGeom>
            <a:avLst/>
            <a:gdLst>
              <a:gd name="T0" fmla="*/ 19 w 122"/>
              <a:gd name="T1" fmla="*/ 78 h 78"/>
              <a:gd name="T2" fmla="*/ 103 w 122"/>
              <a:gd name="T3" fmla="*/ 78 h 78"/>
              <a:gd name="T4" fmla="*/ 122 w 122"/>
              <a:gd name="T5" fmla="*/ 56 h 78"/>
              <a:gd name="T6" fmla="*/ 102 w 122"/>
              <a:gd name="T7" fmla="*/ 39 h 78"/>
              <a:gd name="T8" fmla="*/ 81 w 122"/>
              <a:gd name="T9" fmla="*/ 6 h 78"/>
              <a:gd name="T10" fmla="*/ 43 w 122"/>
              <a:gd name="T11" fmla="*/ 25 h 78"/>
              <a:gd name="T12" fmla="*/ 28 w 122"/>
              <a:gd name="T13" fmla="*/ 22 h 78"/>
              <a:gd name="T14" fmla="*/ 22 w 122"/>
              <a:gd name="T15" fmla="*/ 35 h 78"/>
              <a:gd name="T16" fmla="*/ 3 w 122"/>
              <a:gd name="T17" fmla="*/ 53 h 78"/>
              <a:gd name="T18" fmla="*/ 19 w 122"/>
              <a:gd name="T19" fmla="*/ 78 h 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2" h="78">
                <a:moveTo>
                  <a:pt x="19" y="78"/>
                </a:moveTo>
                <a:cubicBezTo>
                  <a:pt x="33" y="78"/>
                  <a:pt x="92" y="78"/>
                  <a:pt x="103" y="78"/>
                </a:cubicBezTo>
                <a:cubicBezTo>
                  <a:pt x="114" y="78"/>
                  <a:pt x="122" y="72"/>
                  <a:pt x="122" y="56"/>
                </a:cubicBezTo>
                <a:cubicBezTo>
                  <a:pt x="122" y="40"/>
                  <a:pt x="107" y="35"/>
                  <a:pt x="102" y="39"/>
                </a:cubicBezTo>
                <a:cubicBezTo>
                  <a:pt x="102" y="39"/>
                  <a:pt x="105" y="12"/>
                  <a:pt x="81" y="6"/>
                </a:cubicBezTo>
                <a:cubicBezTo>
                  <a:pt x="56" y="0"/>
                  <a:pt x="45" y="20"/>
                  <a:pt x="43" y="25"/>
                </a:cubicBezTo>
                <a:cubicBezTo>
                  <a:pt x="43" y="25"/>
                  <a:pt x="38" y="18"/>
                  <a:pt x="28" y="22"/>
                </a:cubicBezTo>
                <a:cubicBezTo>
                  <a:pt x="19" y="26"/>
                  <a:pt x="22" y="35"/>
                  <a:pt x="22" y="35"/>
                </a:cubicBezTo>
                <a:cubicBezTo>
                  <a:pt x="22" y="35"/>
                  <a:pt x="6" y="38"/>
                  <a:pt x="3" y="53"/>
                </a:cubicBezTo>
                <a:cubicBezTo>
                  <a:pt x="0" y="68"/>
                  <a:pt x="10" y="78"/>
                  <a:pt x="19" y="7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553" name="Freeform 25"/>
          <p:cNvSpPr/>
          <p:nvPr/>
        </p:nvSpPr>
        <p:spPr bwMode="auto">
          <a:xfrm>
            <a:off x="5723050" y="2117502"/>
            <a:ext cx="393700" cy="255666"/>
          </a:xfrm>
          <a:custGeom>
            <a:avLst/>
            <a:gdLst>
              <a:gd name="T0" fmla="*/ 17 w 105"/>
              <a:gd name="T1" fmla="*/ 68 h 68"/>
              <a:gd name="T2" fmla="*/ 89 w 105"/>
              <a:gd name="T3" fmla="*/ 68 h 68"/>
              <a:gd name="T4" fmla="*/ 105 w 105"/>
              <a:gd name="T5" fmla="*/ 49 h 68"/>
              <a:gd name="T6" fmla="*/ 87 w 105"/>
              <a:gd name="T7" fmla="*/ 35 h 68"/>
              <a:gd name="T8" fmla="*/ 69 w 105"/>
              <a:gd name="T9" fmla="*/ 6 h 68"/>
              <a:gd name="T10" fmla="*/ 37 w 105"/>
              <a:gd name="T11" fmla="*/ 23 h 68"/>
              <a:gd name="T12" fmla="*/ 24 w 105"/>
              <a:gd name="T13" fmla="*/ 20 h 68"/>
              <a:gd name="T14" fmla="*/ 19 w 105"/>
              <a:gd name="T15" fmla="*/ 31 h 68"/>
              <a:gd name="T16" fmla="*/ 3 w 105"/>
              <a:gd name="T17" fmla="*/ 46 h 68"/>
              <a:gd name="T18" fmla="*/ 17 w 105"/>
              <a:gd name="T19" fmla="*/ 68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05" h="68">
                <a:moveTo>
                  <a:pt x="17" y="68"/>
                </a:moveTo>
                <a:cubicBezTo>
                  <a:pt x="28" y="68"/>
                  <a:pt x="79" y="68"/>
                  <a:pt x="89" y="68"/>
                </a:cubicBezTo>
                <a:cubicBezTo>
                  <a:pt x="98" y="68"/>
                  <a:pt x="105" y="63"/>
                  <a:pt x="105" y="49"/>
                </a:cubicBezTo>
                <a:cubicBezTo>
                  <a:pt x="105" y="35"/>
                  <a:pt x="92" y="31"/>
                  <a:pt x="87" y="35"/>
                </a:cubicBezTo>
                <a:cubicBezTo>
                  <a:pt x="87" y="35"/>
                  <a:pt x="90" y="11"/>
                  <a:pt x="69" y="6"/>
                </a:cubicBezTo>
                <a:cubicBezTo>
                  <a:pt x="48" y="0"/>
                  <a:pt x="39" y="18"/>
                  <a:pt x="37" y="23"/>
                </a:cubicBezTo>
                <a:cubicBezTo>
                  <a:pt x="37" y="23"/>
                  <a:pt x="33" y="16"/>
                  <a:pt x="24" y="20"/>
                </a:cubicBezTo>
                <a:cubicBezTo>
                  <a:pt x="17" y="23"/>
                  <a:pt x="19" y="31"/>
                  <a:pt x="19" y="31"/>
                </a:cubicBezTo>
                <a:cubicBezTo>
                  <a:pt x="19" y="31"/>
                  <a:pt x="5" y="33"/>
                  <a:pt x="3" y="46"/>
                </a:cubicBezTo>
                <a:cubicBezTo>
                  <a:pt x="0" y="59"/>
                  <a:pt x="8" y="68"/>
                  <a:pt x="17" y="6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538" name="Freeform 10"/>
          <p:cNvSpPr/>
          <p:nvPr/>
        </p:nvSpPr>
        <p:spPr bwMode="auto">
          <a:xfrm>
            <a:off x="6372200" y="1563638"/>
            <a:ext cx="1327150" cy="851163"/>
          </a:xfrm>
          <a:custGeom>
            <a:avLst/>
            <a:gdLst>
              <a:gd name="T0" fmla="*/ 56 w 354"/>
              <a:gd name="T1" fmla="*/ 227 h 227"/>
              <a:gd name="T2" fmla="*/ 299 w 354"/>
              <a:gd name="T3" fmla="*/ 227 h 227"/>
              <a:gd name="T4" fmla="*/ 354 w 354"/>
              <a:gd name="T5" fmla="*/ 163 h 227"/>
              <a:gd name="T6" fmla="*/ 294 w 354"/>
              <a:gd name="T7" fmla="*/ 115 h 227"/>
              <a:gd name="T8" fmla="*/ 234 w 354"/>
              <a:gd name="T9" fmla="*/ 19 h 227"/>
              <a:gd name="T10" fmla="*/ 126 w 354"/>
              <a:gd name="T11" fmla="*/ 75 h 227"/>
              <a:gd name="T12" fmla="*/ 82 w 354"/>
              <a:gd name="T13" fmla="*/ 65 h 227"/>
              <a:gd name="T14" fmla="*/ 63 w 354"/>
              <a:gd name="T15" fmla="*/ 103 h 227"/>
              <a:gd name="T16" fmla="*/ 9 w 354"/>
              <a:gd name="T17" fmla="*/ 154 h 227"/>
              <a:gd name="T18" fmla="*/ 56 w 354"/>
              <a:gd name="T19" fmla="*/ 227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54" h="227">
                <a:moveTo>
                  <a:pt x="56" y="227"/>
                </a:moveTo>
                <a:cubicBezTo>
                  <a:pt x="94" y="227"/>
                  <a:pt x="268" y="227"/>
                  <a:pt x="299" y="227"/>
                </a:cubicBezTo>
                <a:cubicBezTo>
                  <a:pt x="331" y="227"/>
                  <a:pt x="354" y="210"/>
                  <a:pt x="354" y="163"/>
                </a:cubicBezTo>
                <a:cubicBezTo>
                  <a:pt x="354" y="116"/>
                  <a:pt x="309" y="104"/>
                  <a:pt x="294" y="115"/>
                </a:cubicBezTo>
                <a:cubicBezTo>
                  <a:pt x="294" y="115"/>
                  <a:pt x="304" y="37"/>
                  <a:pt x="234" y="19"/>
                </a:cubicBezTo>
                <a:cubicBezTo>
                  <a:pt x="163" y="0"/>
                  <a:pt x="130" y="60"/>
                  <a:pt x="126" y="75"/>
                </a:cubicBezTo>
                <a:cubicBezTo>
                  <a:pt x="126" y="75"/>
                  <a:pt x="110" y="53"/>
                  <a:pt x="82" y="65"/>
                </a:cubicBezTo>
                <a:cubicBezTo>
                  <a:pt x="56" y="77"/>
                  <a:pt x="63" y="103"/>
                  <a:pt x="63" y="103"/>
                </a:cubicBezTo>
                <a:cubicBezTo>
                  <a:pt x="63" y="103"/>
                  <a:pt x="18" y="111"/>
                  <a:pt x="9" y="154"/>
                </a:cubicBezTo>
                <a:cubicBezTo>
                  <a:pt x="0" y="198"/>
                  <a:pt x="28" y="227"/>
                  <a:pt x="56" y="2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539" name="Freeform 11"/>
          <p:cNvSpPr/>
          <p:nvPr/>
        </p:nvSpPr>
        <p:spPr bwMode="auto">
          <a:xfrm>
            <a:off x="7508989" y="1371146"/>
            <a:ext cx="1323975" cy="851163"/>
          </a:xfrm>
          <a:custGeom>
            <a:avLst/>
            <a:gdLst>
              <a:gd name="T0" fmla="*/ 56 w 353"/>
              <a:gd name="T1" fmla="*/ 227 h 227"/>
              <a:gd name="T2" fmla="*/ 299 w 353"/>
              <a:gd name="T3" fmla="*/ 227 h 227"/>
              <a:gd name="T4" fmla="*/ 353 w 353"/>
              <a:gd name="T5" fmla="*/ 163 h 227"/>
              <a:gd name="T6" fmla="*/ 294 w 353"/>
              <a:gd name="T7" fmla="*/ 115 h 227"/>
              <a:gd name="T8" fmla="*/ 233 w 353"/>
              <a:gd name="T9" fmla="*/ 18 h 227"/>
              <a:gd name="T10" fmla="*/ 125 w 353"/>
              <a:gd name="T11" fmla="*/ 74 h 227"/>
              <a:gd name="T12" fmla="*/ 82 w 353"/>
              <a:gd name="T13" fmla="*/ 65 h 227"/>
              <a:gd name="T14" fmla="*/ 62 w 353"/>
              <a:gd name="T15" fmla="*/ 103 h 227"/>
              <a:gd name="T16" fmla="*/ 9 w 353"/>
              <a:gd name="T17" fmla="*/ 153 h 227"/>
              <a:gd name="T18" fmla="*/ 56 w 353"/>
              <a:gd name="T19" fmla="*/ 227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53" h="227">
                <a:moveTo>
                  <a:pt x="56" y="227"/>
                </a:moveTo>
                <a:cubicBezTo>
                  <a:pt x="94" y="227"/>
                  <a:pt x="267" y="227"/>
                  <a:pt x="299" y="227"/>
                </a:cubicBezTo>
                <a:cubicBezTo>
                  <a:pt x="330" y="227"/>
                  <a:pt x="353" y="210"/>
                  <a:pt x="353" y="163"/>
                </a:cubicBezTo>
                <a:cubicBezTo>
                  <a:pt x="353" y="116"/>
                  <a:pt x="309" y="104"/>
                  <a:pt x="294" y="115"/>
                </a:cubicBezTo>
                <a:cubicBezTo>
                  <a:pt x="294" y="115"/>
                  <a:pt x="303" y="37"/>
                  <a:pt x="233" y="18"/>
                </a:cubicBezTo>
                <a:cubicBezTo>
                  <a:pt x="163" y="0"/>
                  <a:pt x="130" y="59"/>
                  <a:pt x="125" y="74"/>
                </a:cubicBezTo>
                <a:cubicBezTo>
                  <a:pt x="125" y="74"/>
                  <a:pt x="110" y="53"/>
                  <a:pt x="82" y="65"/>
                </a:cubicBezTo>
                <a:cubicBezTo>
                  <a:pt x="56" y="77"/>
                  <a:pt x="62" y="103"/>
                  <a:pt x="62" y="103"/>
                </a:cubicBezTo>
                <a:cubicBezTo>
                  <a:pt x="62" y="103"/>
                  <a:pt x="18" y="111"/>
                  <a:pt x="9" y="153"/>
                </a:cubicBezTo>
                <a:cubicBezTo>
                  <a:pt x="0" y="198"/>
                  <a:pt x="28" y="227"/>
                  <a:pt x="56" y="2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Rectangle 39"/>
          <p:cNvSpPr>
            <a:spLocks noChangeArrowheads="1"/>
          </p:cNvSpPr>
          <p:nvPr/>
        </p:nvSpPr>
        <p:spPr bwMode="auto">
          <a:xfrm>
            <a:off x="416159" y="278281"/>
            <a:ext cx="2778059" cy="307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微调过程</a:t>
            </a:r>
            <a:endParaRPr lang="en-US" altLang="zh-CN" sz="20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416158" y="699542"/>
            <a:ext cx="899592" cy="56017"/>
            <a:chOff x="0" y="2842590"/>
            <a:chExt cx="7054752" cy="89199"/>
          </a:xfrm>
        </p:grpSpPr>
        <p:sp>
          <p:nvSpPr>
            <p:cNvPr id="44" name="矩形 43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44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Rectangle 38"/>
          <p:cNvSpPr>
            <a:spLocks noChangeArrowheads="1"/>
          </p:cNvSpPr>
          <p:nvPr/>
        </p:nvSpPr>
        <p:spPr bwMode="auto">
          <a:xfrm>
            <a:off x="664793" y="1876592"/>
            <a:ext cx="3710274" cy="1306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200000"/>
              </a:lnSpc>
              <a:spcBef>
                <a:spcPts val="300"/>
              </a:spcBef>
            </a:pPr>
            <a:r>
              <a:rPr lang="zh-CN" altLang="en-US" sz="1100" dirty="0">
                <a:solidFill>
                  <a:schemeClr val="tx1">
                    <a:lumMod val="75000"/>
                  </a:schemeClr>
                </a:solidFill>
              </a:rPr>
              <a:t>微调过程采用的是</a:t>
            </a:r>
            <a:r>
              <a:rPr lang="zh-CN" altLang="en-US" sz="1100" dirty="0"/>
              <a:t>无监督微调，即把</a:t>
            </a:r>
            <a:r>
              <a:rPr lang="en-US" altLang="zh-CN" sz="1100" dirty="0"/>
              <a:t>CAIL2018</a:t>
            </a:r>
            <a:r>
              <a:rPr lang="zh-CN" altLang="en-US" sz="1100" dirty="0"/>
              <a:t>数据集中的无标注纯文本数据经过掩码后提供给</a:t>
            </a:r>
            <a:r>
              <a:rPr lang="en-US" altLang="zh-CN" sz="1100" dirty="0"/>
              <a:t>BERT</a:t>
            </a:r>
            <a:r>
              <a:rPr lang="zh-CN" altLang="en-US" sz="1100" dirty="0"/>
              <a:t>预训练模型训练，让其更好地理解法律文书方面的语言特征。而在这个适应过程中，其就极有可能产生遗忘现象。</a:t>
            </a:r>
            <a:endParaRPr lang="zh-CN" altLang="en-US" sz="1100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/>
          <p:cNvSpPr/>
          <p:nvPr/>
        </p:nvSpPr>
        <p:spPr>
          <a:xfrm>
            <a:off x="4573570" y="2676794"/>
            <a:ext cx="1370330" cy="7835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数据集清洗和</a:t>
            </a: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处理</a:t>
            </a:r>
            <a:endParaRPr lang="zh-CN" altLang="en-US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重复测试</a:t>
            </a: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任务</a:t>
            </a:r>
            <a:endParaRPr lang="zh-CN" altLang="en-US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364088" y="2070506"/>
            <a:ext cx="252028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n w="635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实验组</a:t>
            </a:r>
            <a:endParaRPr lang="zh-CN" altLang="en-US" sz="2000" b="1" dirty="0">
              <a:ln w="6350"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4573570" y="1790523"/>
            <a:ext cx="7905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4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03</a:t>
            </a:r>
            <a:endParaRPr lang="zh-CN" altLang="en-US" sz="44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0" y="2517744"/>
            <a:ext cx="9144000" cy="54006"/>
            <a:chOff x="2190216" y="0"/>
            <a:chExt cx="7128792" cy="108012"/>
          </a:xfrm>
        </p:grpSpPr>
        <p:sp>
          <p:nvSpPr>
            <p:cNvPr id="50" name="矩形 49"/>
            <p:cNvSpPr/>
            <p:nvPr/>
          </p:nvSpPr>
          <p:spPr>
            <a:xfrm>
              <a:off x="2190216" y="0"/>
              <a:ext cx="1188132" cy="108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3378348" y="0"/>
              <a:ext cx="1188132" cy="1080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 55"/>
            <p:cNvSpPr/>
            <p:nvPr/>
          </p:nvSpPr>
          <p:spPr>
            <a:xfrm>
              <a:off x="4566480" y="0"/>
              <a:ext cx="1188132" cy="108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矩形 56"/>
            <p:cNvSpPr/>
            <p:nvPr/>
          </p:nvSpPr>
          <p:spPr>
            <a:xfrm>
              <a:off x="5754612" y="0"/>
              <a:ext cx="1188132" cy="108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6942744" y="0"/>
              <a:ext cx="1188132" cy="10801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73"/>
            <p:cNvSpPr/>
            <p:nvPr/>
          </p:nvSpPr>
          <p:spPr>
            <a:xfrm>
              <a:off x="8130876" y="0"/>
              <a:ext cx="1188132" cy="108012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10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 flipV="1">
            <a:off x="2263744" y="1832731"/>
            <a:ext cx="0" cy="809875"/>
          </a:xfrm>
          <a:prstGeom prst="line">
            <a:avLst/>
          </a:prstGeom>
          <a:noFill/>
          <a:ln w="6350" cap="flat">
            <a:solidFill>
              <a:schemeClr val="bg1">
                <a:lumMod val="50000"/>
              </a:scheme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Line 11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 flipV="1">
            <a:off x="4304551" y="2066661"/>
            <a:ext cx="0" cy="808287"/>
          </a:xfrm>
          <a:prstGeom prst="line">
            <a:avLst/>
          </a:prstGeom>
          <a:noFill/>
          <a:ln w="6350" cap="flat">
            <a:solidFill>
              <a:schemeClr val="bg1">
                <a:lumMod val="50000"/>
              </a:scheme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Line 13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V="1">
            <a:off x="6512937" y="1832731"/>
            <a:ext cx="0" cy="809875"/>
          </a:xfrm>
          <a:prstGeom prst="line">
            <a:avLst/>
          </a:prstGeom>
          <a:noFill/>
          <a:ln w="6350" cap="flat">
            <a:solidFill>
              <a:schemeClr val="bg1">
                <a:lumMod val="50000"/>
              </a:scheme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5" name="Oval 1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025620" y="1596120"/>
            <a:ext cx="474663" cy="47480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6" name="Oval 16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256716" y="1596120"/>
            <a:ext cx="473075" cy="47480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1" name="Oval 21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068014" y="1635354"/>
            <a:ext cx="473075" cy="477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" name="Freeform 5"/>
          <p:cNvSpPr/>
          <p:nvPr>
            <p:custDataLst>
              <p:tags r:id="rId7"/>
            </p:custDataLst>
          </p:nvPr>
        </p:nvSpPr>
        <p:spPr bwMode="auto">
          <a:xfrm>
            <a:off x="1547450" y="2397955"/>
            <a:ext cx="1424666" cy="487714"/>
          </a:xfrm>
          <a:custGeom>
            <a:avLst/>
            <a:gdLst>
              <a:gd name="T0" fmla="*/ 490 w 591"/>
              <a:gd name="T1" fmla="*/ 0 h 202"/>
              <a:gd name="T2" fmla="*/ 101 w 591"/>
              <a:gd name="T3" fmla="*/ 0 h 202"/>
              <a:gd name="T4" fmla="*/ 0 w 591"/>
              <a:gd name="T5" fmla="*/ 101 h 202"/>
              <a:gd name="T6" fmla="*/ 101 w 591"/>
              <a:gd name="T7" fmla="*/ 202 h 202"/>
              <a:gd name="T8" fmla="*/ 490 w 591"/>
              <a:gd name="T9" fmla="*/ 202 h 202"/>
              <a:gd name="T10" fmla="*/ 591 w 591"/>
              <a:gd name="T11" fmla="*/ 101 h 202"/>
              <a:gd name="T12" fmla="*/ 490 w 591"/>
              <a:gd name="T13" fmla="*/ 0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91" h="202">
                <a:moveTo>
                  <a:pt x="490" y="0"/>
                </a:moveTo>
                <a:cubicBezTo>
                  <a:pt x="101" y="0"/>
                  <a:pt x="101" y="0"/>
                  <a:pt x="101" y="0"/>
                </a:cubicBezTo>
                <a:cubicBezTo>
                  <a:pt x="46" y="0"/>
                  <a:pt x="0" y="46"/>
                  <a:pt x="0" y="101"/>
                </a:cubicBezTo>
                <a:cubicBezTo>
                  <a:pt x="0" y="157"/>
                  <a:pt x="46" y="202"/>
                  <a:pt x="101" y="202"/>
                </a:cubicBezTo>
                <a:cubicBezTo>
                  <a:pt x="490" y="202"/>
                  <a:pt x="490" y="202"/>
                  <a:pt x="490" y="202"/>
                </a:cubicBezTo>
                <a:cubicBezTo>
                  <a:pt x="546" y="202"/>
                  <a:pt x="591" y="157"/>
                  <a:pt x="591" y="101"/>
                </a:cubicBezTo>
                <a:cubicBezTo>
                  <a:pt x="591" y="46"/>
                  <a:pt x="546" y="0"/>
                  <a:pt x="4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3" name="Freeform 10"/>
          <p:cNvSpPr>
            <a:spLocks noEditPoints="1"/>
          </p:cNvSpPr>
          <p:nvPr>
            <p:custDataLst>
              <p:tags r:id="rId8"/>
            </p:custDataLst>
          </p:nvPr>
        </p:nvSpPr>
        <p:spPr bwMode="auto">
          <a:xfrm>
            <a:off x="2174844" y="1714037"/>
            <a:ext cx="177800" cy="238974"/>
          </a:xfrm>
          <a:custGeom>
            <a:avLst/>
            <a:gdLst>
              <a:gd name="T0" fmla="*/ 96 w 145"/>
              <a:gd name="T1" fmla="*/ 71 h 195"/>
              <a:gd name="T2" fmla="*/ 72 w 145"/>
              <a:gd name="T3" fmla="*/ 81 h 195"/>
              <a:gd name="T4" fmla="*/ 60 w 145"/>
              <a:gd name="T5" fmla="*/ 79 h 195"/>
              <a:gd name="T6" fmla="*/ 49 w 145"/>
              <a:gd name="T7" fmla="*/ 71 h 195"/>
              <a:gd name="T8" fmla="*/ 43 w 145"/>
              <a:gd name="T9" fmla="*/ 71 h 195"/>
              <a:gd name="T10" fmla="*/ 43 w 145"/>
              <a:gd name="T11" fmla="*/ 78 h 195"/>
              <a:gd name="T12" fmla="*/ 56 w 145"/>
              <a:gd name="T13" fmla="*/ 87 h 195"/>
              <a:gd name="T14" fmla="*/ 72 w 145"/>
              <a:gd name="T15" fmla="*/ 90 h 195"/>
              <a:gd name="T16" fmla="*/ 102 w 145"/>
              <a:gd name="T17" fmla="*/ 78 h 195"/>
              <a:gd name="T18" fmla="*/ 102 w 145"/>
              <a:gd name="T19" fmla="*/ 71 h 195"/>
              <a:gd name="T20" fmla="*/ 96 w 145"/>
              <a:gd name="T21" fmla="*/ 71 h 195"/>
              <a:gd name="T22" fmla="*/ 106 w 145"/>
              <a:gd name="T23" fmla="*/ 170 h 195"/>
              <a:gd name="T24" fmla="*/ 106 w 145"/>
              <a:gd name="T25" fmla="*/ 170 h 195"/>
              <a:gd name="T26" fmla="*/ 39 w 145"/>
              <a:gd name="T27" fmla="*/ 170 h 195"/>
              <a:gd name="T28" fmla="*/ 34 w 145"/>
              <a:gd name="T29" fmla="*/ 174 h 195"/>
              <a:gd name="T30" fmla="*/ 39 w 145"/>
              <a:gd name="T31" fmla="*/ 179 h 195"/>
              <a:gd name="T32" fmla="*/ 106 w 145"/>
              <a:gd name="T33" fmla="*/ 179 h 195"/>
              <a:gd name="T34" fmla="*/ 111 w 145"/>
              <a:gd name="T35" fmla="*/ 174 h 195"/>
              <a:gd name="T36" fmla="*/ 106 w 145"/>
              <a:gd name="T37" fmla="*/ 170 h 195"/>
              <a:gd name="T38" fmla="*/ 145 w 145"/>
              <a:gd name="T39" fmla="*/ 75 h 195"/>
              <a:gd name="T40" fmla="*/ 145 w 145"/>
              <a:gd name="T41" fmla="*/ 75 h 195"/>
              <a:gd name="T42" fmla="*/ 124 w 145"/>
              <a:gd name="T43" fmla="*/ 22 h 195"/>
              <a:gd name="T44" fmla="*/ 72 w 145"/>
              <a:gd name="T45" fmla="*/ 0 h 195"/>
              <a:gd name="T46" fmla="*/ 21 w 145"/>
              <a:gd name="T47" fmla="*/ 22 h 195"/>
              <a:gd name="T48" fmla="*/ 0 w 145"/>
              <a:gd name="T49" fmla="*/ 75 h 195"/>
              <a:gd name="T50" fmla="*/ 9 w 145"/>
              <a:gd name="T51" fmla="*/ 112 h 195"/>
              <a:gd name="T52" fmla="*/ 9 w 145"/>
              <a:gd name="T53" fmla="*/ 112 h 195"/>
              <a:gd name="T54" fmla="*/ 31 w 145"/>
              <a:gd name="T55" fmla="*/ 137 h 195"/>
              <a:gd name="T56" fmla="*/ 31 w 145"/>
              <a:gd name="T57" fmla="*/ 158 h 195"/>
              <a:gd name="T58" fmla="*/ 39 w 145"/>
              <a:gd name="T59" fmla="*/ 166 h 195"/>
              <a:gd name="T60" fmla="*/ 106 w 145"/>
              <a:gd name="T61" fmla="*/ 166 h 195"/>
              <a:gd name="T62" fmla="*/ 114 w 145"/>
              <a:gd name="T63" fmla="*/ 158 h 195"/>
              <a:gd name="T64" fmla="*/ 114 w 145"/>
              <a:gd name="T65" fmla="*/ 137 h 195"/>
              <a:gd name="T66" fmla="*/ 136 w 145"/>
              <a:gd name="T67" fmla="*/ 112 h 195"/>
              <a:gd name="T68" fmla="*/ 136 w 145"/>
              <a:gd name="T69" fmla="*/ 112 h 195"/>
              <a:gd name="T70" fmla="*/ 145 w 145"/>
              <a:gd name="T71" fmla="*/ 75 h 195"/>
              <a:gd name="T72" fmla="*/ 123 w 145"/>
              <a:gd name="T73" fmla="*/ 104 h 195"/>
              <a:gd name="T74" fmla="*/ 123 w 145"/>
              <a:gd name="T75" fmla="*/ 104 h 195"/>
              <a:gd name="T76" fmla="*/ 123 w 145"/>
              <a:gd name="T77" fmla="*/ 104 h 195"/>
              <a:gd name="T78" fmla="*/ 123 w 145"/>
              <a:gd name="T79" fmla="*/ 104 h 195"/>
              <a:gd name="T80" fmla="*/ 102 w 145"/>
              <a:gd name="T81" fmla="*/ 126 h 195"/>
              <a:gd name="T82" fmla="*/ 99 w 145"/>
              <a:gd name="T83" fmla="*/ 133 h 195"/>
              <a:gd name="T84" fmla="*/ 99 w 145"/>
              <a:gd name="T85" fmla="*/ 133 h 195"/>
              <a:gd name="T86" fmla="*/ 99 w 145"/>
              <a:gd name="T87" fmla="*/ 150 h 195"/>
              <a:gd name="T88" fmla="*/ 46 w 145"/>
              <a:gd name="T89" fmla="*/ 150 h 195"/>
              <a:gd name="T90" fmla="*/ 46 w 145"/>
              <a:gd name="T91" fmla="*/ 133 h 195"/>
              <a:gd name="T92" fmla="*/ 42 w 145"/>
              <a:gd name="T93" fmla="*/ 126 h 195"/>
              <a:gd name="T94" fmla="*/ 22 w 145"/>
              <a:gd name="T95" fmla="*/ 104 h 195"/>
              <a:gd name="T96" fmla="*/ 22 w 145"/>
              <a:gd name="T97" fmla="*/ 104 h 195"/>
              <a:gd name="T98" fmla="*/ 14 w 145"/>
              <a:gd name="T99" fmla="*/ 75 h 195"/>
              <a:gd name="T100" fmla="*/ 31 w 145"/>
              <a:gd name="T101" fmla="*/ 33 h 195"/>
              <a:gd name="T102" fmla="*/ 72 w 145"/>
              <a:gd name="T103" fmla="*/ 15 h 195"/>
              <a:gd name="T104" fmla="*/ 113 w 145"/>
              <a:gd name="T105" fmla="*/ 33 h 195"/>
              <a:gd name="T106" fmla="*/ 130 w 145"/>
              <a:gd name="T107" fmla="*/ 75 h 195"/>
              <a:gd name="T108" fmla="*/ 123 w 145"/>
              <a:gd name="T109" fmla="*/ 104 h 195"/>
              <a:gd name="T110" fmla="*/ 92 w 145"/>
              <a:gd name="T111" fmla="*/ 186 h 195"/>
              <a:gd name="T112" fmla="*/ 92 w 145"/>
              <a:gd name="T113" fmla="*/ 186 h 195"/>
              <a:gd name="T114" fmla="*/ 53 w 145"/>
              <a:gd name="T115" fmla="*/ 186 h 195"/>
              <a:gd name="T116" fmla="*/ 48 w 145"/>
              <a:gd name="T117" fmla="*/ 190 h 195"/>
              <a:gd name="T118" fmla="*/ 53 w 145"/>
              <a:gd name="T119" fmla="*/ 195 h 195"/>
              <a:gd name="T120" fmla="*/ 92 w 145"/>
              <a:gd name="T121" fmla="*/ 195 h 195"/>
              <a:gd name="T122" fmla="*/ 96 w 145"/>
              <a:gd name="T123" fmla="*/ 190 h 195"/>
              <a:gd name="T124" fmla="*/ 92 w 145"/>
              <a:gd name="T125" fmla="*/ 186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45" h="195">
                <a:moveTo>
                  <a:pt x="96" y="71"/>
                </a:moveTo>
                <a:cubicBezTo>
                  <a:pt x="90" y="77"/>
                  <a:pt x="82" y="81"/>
                  <a:pt x="72" y="81"/>
                </a:cubicBezTo>
                <a:cubicBezTo>
                  <a:pt x="68" y="81"/>
                  <a:pt x="63" y="80"/>
                  <a:pt x="60" y="79"/>
                </a:cubicBezTo>
                <a:cubicBezTo>
                  <a:pt x="56" y="77"/>
                  <a:pt x="52" y="74"/>
                  <a:pt x="49" y="71"/>
                </a:cubicBezTo>
                <a:cubicBezTo>
                  <a:pt x="47" y="69"/>
                  <a:pt x="44" y="69"/>
                  <a:pt x="43" y="71"/>
                </a:cubicBezTo>
                <a:cubicBezTo>
                  <a:pt x="41" y="73"/>
                  <a:pt x="41" y="76"/>
                  <a:pt x="43" y="78"/>
                </a:cubicBezTo>
                <a:cubicBezTo>
                  <a:pt x="46" y="82"/>
                  <a:pt x="51" y="85"/>
                  <a:pt x="56" y="87"/>
                </a:cubicBezTo>
                <a:cubicBezTo>
                  <a:pt x="61" y="89"/>
                  <a:pt x="67" y="90"/>
                  <a:pt x="72" y="90"/>
                </a:cubicBezTo>
                <a:cubicBezTo>
                  <a:pt x="84" y="90"/>
                  <a:pt x="95" y="85"/>
                  <a:pt x="102" y="78"/>
                </a:cubicBezTo>
                <a:cubicBezTo>
                  <a:pt x="104" y="76"/>
                  <a:pt x="104" y="73"/>
                  <a:pt x="102" y="71"/>
                </a:cubicBezTo>
                <a:cubicBezTo>
                  <a:pt x="100" y="69"/>
                  <a:pt x="98" y="69"/>
                  <a:pt x="96" y="71"/>
                </a:cubicBezTo>
                <a:close/>
                <a:moveTo>
                  <a:pt x="106" y="170"/>
                </a:moveTo>
                <a:cubicBezTo>
                  <a:pt x="106" y="170"/>
                  <a:pt x="106" y="170"/>
                  <a:pt x="106" y="170"/>
                </a:cubicBezTo>
                <a:cubicBezTo>
                  <a:pt x="39" y="170"/>
                  <a:pt x="39" y="170"/>
                  <a:pt x="39" y="170"/>
                </a:cubicBezTo>
                <a:cubicBezTo>
                  <a:pt x="36" y="170"/>
                  <a:pt x="34" y="172"/>
                  <a:pt x="34" y="174"/>
                </a:cubicBezTo>
                <a:cubicBezTo>
                  <a:pt x="34" y="177"/>
                  <a:pt x="36" y="179"/>
                  <a:pt x="39" y="179"/>
                </a:cubicBezTo>
                <a:cubicBezTo>
                  <a:pt x="106" y="179"/>
                  <a:pt x="106" y="179"/>
                  <a:pt x="106" y="179"/>
                </a:cubicBezTo>
                <a:cubicBezTo>
                  <a:pt x="109" y="179"/>
                  <a:pt x="111" y="177"/>
                  <a:pt x="111" y="174"/>
                </a:cubicBezTo>
                <a:cubicBezTo>
                  <a:pt x="111" y="172"/>
                  <a:pt x="109" y="170"/>
                  <a:pt x="106" y="170"/>
                </a:cubicBezTo>
                <a:close/>
                <a:moveTo>
                  <a:pt x="145" y="75"/>
                </a:moveTo>
                <a:cubicBezTo>
                  <a:pt x="145" y="75"/>
                  <a:pt x="145" y="75"/>
                  <a:pt x="145" y="75"/>
                </a:cubicBezTo>
                <a:cubicBezTo>
                  <a:pt x="145" y="54"/>
                  <a:pt x="137" y="36"/>
                  <a:pt x="124" y="22"/>
                </a:cubicBezTo>
                <a:cubicBezTo>
                  <a:pt x="111" y="9"/>
                  <a:pt x="92" y="0"/>
                  <a:pt x="72" y="0"/>
                </a:cubicBezTo>
                <a:cubicBezTo>
                  <a:pt x="52" y="0"/>
                  <a:pt x="34" y="9"/>
                  <a:pt x="21" y="22"/>
                </a:cubicBezTo>
                <a:cubicBezTo>
                  <a:pt x="8" y="36"/>
                  <a:pt x="0" y="54"/>
                  <a:pt x="0" y="75"/>
                </a:cubicBezTo>
                <a:cubicBezTo>
                  <a:pt x="0" y="88"/>
                  <a:pt x="3" y="101"/>
                  <a:pt x="9" y="112"/>
                </a:cubicBezTo>
                <a:cubicBezTo>
                  <a:pt x="9" y="112"/>
                  <a:pt x="9" y="112"/>
                  <a:pt x="9" y="112"/>
                </a:cubicBezTo>
                <a:cubicBezTo>
                  <a:pt x="14" y="122"/>
                  <a:pt x="22" y="130"/>
                  <a:pt x="31" y="137"/>
                </a:cubicBezTo>
                <a:cubicBezTo>
                  <a:pt x="31" y="158"/>
                  <a:pt x="31" y="158"/>
                  <a:pt x="31" y="158"/>
                </a:cubicBezTo>
                <a:cubicBezTo>
                  <a:pt x="31" y="162"/>
                  <a:pt x="34" y="166"/>
                  <a:pt x="39" y="166"/>
                </a:cubicBezTo>
                <a:cubicBezTo>
                  <a:pt x="106" y="166"/>
                  <a:pt x="106" y="166"/>
                  <a:pt x="106" y="166"/>
                </a:cubicBezTo>
                <a:cubicBezTo>
                  <a:pt x="110" y="166"/>
                  <a:pt x="114" y="162"/>
                  <a:pt x="114" y="158"/>
                </a:cubicBezTo>
                <a:cubicBezTo>
                  <a:pt x="114" y="137"/>
                  <a:pt x="114" y="137"/>
                  <a:pt x="114" y="137"/>
                </a:cubicBezTo>
                <a:cubicBezTo>
                  <a:pt x="123" y="130"/>
                  <a:pt x="130" y="122"/>
                  <a:pt x="136" y="112"/>
                </a:cubicBezTo>
                <a:cubicBezTo>
                  <a:pt x="136" y="112"/>
                  <a:pt x="136" y="112"/>
                  <a:pt x="136" y="112"/>
                </a:cubicBezTo>
                <a:cubicBezTo>
                  <a:pt x="142" y="101"/>
                  <a:pt x="145" y="88"/>
                  <a:pt x="145" y="75"/>
                </a:cubicBezTo>
                <a:close/>
                <a:moveTo>
                  <a:pt x="123" y="104"/>
                </a:moveTo>
                <a:cubicBezTo>
                  <a:pt x="123" y="104"/>
                  <a:pt x="123" y="104"/>
                  <a:pt x="123" y="104"/>
                </a:cubicBezTo>
                <a:cubicBezTo>
                  <a:pt x="123" y="104"/>
                  <a:pt x="123" y="104"/>
                  <a:pt x="123" y="104"/>
                </a:cubicBezTo>
                <a:cubicBezTo>
                  <a:pt x="123" y="104"/>
                  <a:pt x="123" y="104"/>
                  <a:pt x="123" y="104"/>
                </a:cubicBezTo>
                <a:cubicBezTo>
                  <a:pt x="118" y="114"/>
                  <a:pt x="111" y="121"/>
                  <a:pt x="102" y="126"/>
                </a:cubicBezTo>
                <a:cubicBezTo>
                  <a:pt x="100" y="128"/>
                  <a:pt x="99" y="130"/>
                  <a:pt x="99" y="133"/>
                </a:cubicBezTo>
                <a:cubicBezTo>
                  <a:pt x="99" y="133"/>
                  <a:pt x="99" y="133"/>
                  <a:pt x="99" y="133"/>
                </a:cubicBezTo>
                <a:cubicBezTo>
                  <a:pt x="99" y="150"/>
                  <a:pt x="99" y="150"/>
                  <a:pt x="99" y="150"/>
                </a:cubicBezTo>
                <a:cubicBezTo>
                  <a:pt x="46" y="150"/>
                  <a:pt x="46" y="150"/>
                  <a:pt x="46" y="150"/>
                </a:cubicBezTo>
                <a:cubicBezTo>
                  <a:pt x="46" y="133"/>
                  <a:pt x="46" y="133"/>
                  <a:pt x="46" y="133"/>
                </a:cubicBezTo>
                <a:cubicBezTo>
                  <a:pt x="46" y="130"/>
                  <a:pt x="44" y="127"/>
                  <a:pt x="42" y="126"/>
                </a:cubicBezTo>
                <a:cubicBezTo>
                  <a:pt x="33" y="121"/>
                  <a:pt x="27" y="113"/>
                  <a:pt x="22" y="104"/>
                </a:cubicBezTo>
                <a:cubicBezTo>
                  <a:pt x="22" y="104"/>
                  <a:pt x="22" y="104"/>
                  <a:pt x="22" y="104"/>
                </a:cubicBezTo>
                <a:cubicBezTo>
                  <a:pt x="17" y="96"/>
                  <a:pt x="14" y="86"/>
                  <a:pt x="14" y="75"/>
                </a:cubicBezTo>
                <a:cubicBezTo>
                  <a:pt x="14" y="59"/>
                  <a:pt x="21" y="44"/>
                  <a:pt x="31" y="33"/>
                </a:cubicBezTo>
                <a:cubicBezTo>
                  <a:pt x="42" y="22"/>
                  <a:pt x="56" y="15"/>
                  <a:pt x="72" y="15"/>
                </a:cubicBezTo>
                <a:cubicBezTo>
                  <a:pt x="88" y="15"/>
                  <a:pt x="103" y="22"/>
                  <a:pt x="113" y="33"/>
                </a:cubicBezTo>
                <a:cubicBezTo>
                  <a:pt x="124" y="44"/>
                  <a:pt x="130" y="59"/>
                  <a:pt x="130" y="75"/>
                </a:cubicBezTo>
                <a:cubicBezTo>
                  <a:pt x="130" y="86"/>
                  <a:pt x="128" y="96"/>
                  <a:pt x="123" y="104"/>
                </a:cubicBezTo>
                <a:close/>
                <a:moveTo>
                  <a:pt x="92" y="186"/>
                </a:moveTo>
                <a:cubicBezTo>
                  <a:pt x="92" y="186"/>
                  <a:pt x="92" y="186"/>
                  <a:pt x="92" y="186"/>
                </a:cubicBezTo>
                <a:cubicBezTo>
                  <a:pt x="53" y="186"/>
                  <a:pt x="53" y="186"/>
                  <a:pt x="53" y="186"/>
                </a:cubicBezTo>
                <a:cubicBezTo>
                  <a:pt x="50" y="186"/>
                  <a:pt x="48" y="188"/>
                  <a:pt x="48" y="190"/>
                </a:cubicBezTo>
                <a:cubicBezTo>
                  <a:pt x="48" y="193"/>
                  <a:pt x="50" y="195"/>
                  <a:pt x="53" y="195"/>
                </a:cubicBezTo>
                <a:cubicBezTo>
                  <a:pt x="92" y="195"/>
                  <a:pt x="92" y="195"/>
                  <a:pt x="92" y="195"/>
                </a:cubicBezTo>
                <a:cubicBezTo>
                  <a:pt x="94" y="195"/>
                  <a:pt x="96" y="193"/>
                  <a:pt x="96" y="190"/>
                </a:cubicBezTo>
                <a:cubicBezTo>
                  <a:pt x="96" y="188"/>
                  <a:pt x="94" y="186"/>
                  <a:pt x="92" y="18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4" name="Freeform 11"/>
          <p:cNvSpPr>
            <a:spLocks noEditPoints="1"/>
          </p:cNvSpPr>
          <p:nvPr>
            <p:custDataLst>
              <p:tags r:id="rId9"/>
            </p:custDataLst>
          </p:nvPr>
        </p:nvSpPr>
        <p:spPr bwMode="auto">
          <a:xfrm>
            <a:off x="6413650" y="1715078"/>
            <a:ext cx="198574" cy="235305"/>
          </a:xfrm>
          <a:custGeom>
            <a:avLst/>
            <a:gdLst>
              <a:gd name="T0" fmla="*/ 116 w 162"/>
              <a:gd name="T1" fmla="*/ 53 h 192"/>
              <a:gd name="T2" fmla="*/ 101 w 162"/>
              <a:gd name="T3" fmla="*/ 89 h 192"/>
              <a:gd name="T4" fmla="*/ 101 w 162"/>
              <a:gd name="T5" fmla="*/ 90 h 192"/>
              <a:gd name="T6" fmla="*/ 122 w 162"/>
              <a:gd name="T7" fmla="*/ 109 h 192"/>
              <a:gd name="T8" fmla="*/ 150 w 162"/>
              <a:gd name="T9" fmla="*/ 121 h 192"/>
              <a:gd name="T10" fmla="*/ 150 w 162"/>
              <a:gd name="T11" fmla="*/ 180 h 192"/>
              <a:gd name="T12" fmla="*/ 121 w 162"/>
              <a:gd name="T13" fmla="*/ 192 h 192"/>
              <a:gd name="T14" fmla="*/ 28 w 162"/>
              <a:gd name="T15" fmla="*/ 185 h 192"/>
              <a:gd name="T16" fmla="*/ 28 w 162"/>
              <a:gd name="T17" fmla="*/ 178 h 192"/>
              <a:gd name="T18" fmla="*/ 12 w 162"/>
              <a:gd name="T19" fmla="*/ 178 h 192"/>
              <a:gd name="T20" fmla="*/ 0 w 162"/>
              <a:gd name="T21" fmla="*/ 161 h 192"/>
              <a:gd name="T22" fmla="*/ 4 w 162"/>
              <a:gd name="T23" fmla="*/ 123 h 192"/>
              <a:gd name="T24" fmla="*/ 30 w 162"/>
              <a:gd name="T25" fmla="*/ 89 h 192"/>
              <a:gd name="T26" fmla="*/ 15 w 162"/>
              <a:gd name="T27" fmla="*/ 53 h 192"/>
              <a:gd name="T28" fmla="*/ 117 w 162"/>
              <a:gd name="T29" fmla="*/ 130 h 192"/>
              <a:gd name="T30" fmla="*/ 117 w 162"/>
              <a:gd name="T31" fmla="*/ 146 h 192"/>
              <a:gd name="T32" fmla="*/ 97 w 162"/>
              <a:gd name="T33" fmla="*/ 151 h 192"/>
              <a:gd name="T34" fmla="*/ 117 w 162"/>
              <a:gd name="T35" fmla="*/ 155 h 192"/>
              <a:gd name="T36" fmla="*/ 122 w 162"/>
              <a:gd name="T37" fmla="*/ 176 h 192"/>
              <a:gd name="T38" fmla="*/ 126 w 162"/>
              <a:gd name="T39" fmla="*/ 155 h 192"/>
              <a:gd name="T40" fmla="*/ 146 w 162"/>
              <a:gd name="T41" fmla="*/ 151 h 192"/>
              <a:gd name="T42" fmla="*/ 126 w 162"/>
              <a:gd name="T43" fmla="*/ 146 h 192"/>
              <a:gd name="T44" fmla="*/ 117 w 162"/>
              <a:gd name="T45" fmla="*/ 130 h 192"/>
              <a:gd name="T46" fmla="*/ 99 w 162"/>
              <a:gd name="T47" fmla="*/ 128 h 192"/>
              <a:gd name="T48" fmla="*/ 99 w 162"/>
              <a:gd name="T49" fmla="*/ 174 h 192"/>
              <a:gd name="T50" fmla="*/ 144 w 162"/>
              <a:gd name="T51" fmla="*/ 174 h 192"/>
              <a:gd name="T52" fmla="*/ 144 w 162"/>
              <a:gd name="T53" fmla="*/ 128 h 192"/>
              <a:gd name="T54" fmla="*/ 99 w 162"/>
              <a:gd name="T55" fmla="*/ 128 h 192"/>
              <a:gd name="T56" fmla="*/ 103 w 162"/>
              <a:gd name="T57" fmla="*/ 113 h 192"/>
              <a:gd name="T58" fmla="*/ 66 w 162"/>
              <a:gd name="T59" fmla="*/ 105 h 192"/>
              <a:gd name="T60" fmla="*/ 17 w 162"/>
              <a:gd name="T61" fmla="*/ 129 h 192"/>
              <a:gd name="T62" fmla="*/ 15 w 162"/>
              <a:gd name="T63" fmla="*/ 161 h 192"/>
              <a:gd name="T64" fmla="*/ 34 w 162"/>
              <a:gd name="T65" fmla="*/ 163 h 192"/>
              <a:gd name="T66" fmla="*/ 38 w 162"/>
              <a:gd name="T67" fmla="*/ 138 h 192"/>
              <a:gd name="T68" fmla="*/ 43 w 162"/>
              <a:gd name="T69" fmla="*/ 170 h 192"/>
              <a:gd name="T70" fmla="*/ 43 w 162"/>
              <a:gd name="T71" fmla="*/ 177 h 192"/>
              <a:gd name="T72" fmla="*/ 81 w 162"/>
              <a:gd name="T73" fmla="*/ 151 h 192"/>
              <a:gd name="T74" fmla="*/ 93 w 162"/>
              <a:gd name="T75" fmla="*/ 121 h 192"/>
              <a:gd name="T76" fmla="*/ 103 w 162"/>
              <a:gd name="T77" fmla="*/ 113 h 192"/>
              <a:gd name="T78" fmla="*/ 66 w 162"/>
              <a:gd name="T79" fmla="*/ 16 h 192"/>
              <a:gd name="T80" fmla="*/ 66 w 162"/>
              <a:gd name="T81" fmla="*/ 89 h 192"/>
              <a:gd name="T82" fmla="*/ 66 w 162"/>
              <a:gd name="T83" fmla="*/ 1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62" h="192">
                <a:moveTo>
                  <a:pt x="66" y="0"/>
                </a:moveTo>
                <a:cubicBezTo>
                  <a:pt x="93" y="0"/>
                  <a:pt x="116" y="24"/>
                  <a:pt x="116" y="53"/>
                </a:cubicBezTo>
                <a:cubicBezTo>
                  <a:pt x="116" y="67"/>
                  <a:pt x="110" y="80"/>
                  <a:pt x="101" y="89"/>
                </a:cubicBezTo>
                <a:cubicBezTo>
                  <a:pt x="101" y="89"/>
                  <a:pt x="101" y="89"/>
                  <a:pt x="101" y="89"/>
                </a:cubicBezTo>
                <a:cubicBezTo>
                  <a:pt x="101" y="89"/>
                  <a:pt x="101" y="89"/>
                  <a:pt x="101" y="89"/>
                </a:cubicBezTo>
                <a:cubicBezTo>
                  <a:pt x="101" y="90"/>
                  <a:pt x="101" y="90"/>
                  <a:pt x="101" y="90"/>
                </a:cubicBezTo>
                <a:cubicBezTo>
                  <a:pt x="107" y="96"/>
                  <a:pt x="114" y="102"/>
                  <a:pt x="119" y="109"/>
                </a:cubicBezTo>
                <a:cubicBezTo>
                  <a:pt x="120" y="109"/>
                  <a:pt x="121" y="109"/>
                  <a:pt x="122" y="109"/>
                </a:cubicBezTo>
                <a:cubicBezTo>
                  <a:pt x="133" y="109"/>
                  <a:pt x="143" y="114"/>
                  <a:pt x="150" y="121"/>
                </a:cubicBezTo>
                <a:cubicBezTo>
                  <a:pt x="150" y="121"/>
                  <a:pt x="150" y="121"/>
                  <a:pt x="150" y="121"/>
                </a:cubicBezTo>
                <a:cubicBezTo>
                  <a:pt x="158" y="129"/>
                  <a:pt x="162" y="139"/>
                  <a:pt x="162" y="151"/>
                </a:cubicBezTo>
                <a:cubicBezTo>
                  <a:pt x="162" y="162"/>
                  <a:pt x="158" y="173"/>
                  <a:pt x="150" y="180"/>
                </a:cubicBezTo>
                <a:cubicBezTo>
                  <a:pt x="143" y="188"/>
                  <a:pt x="133" y="192"/>
                  <a:pt x="122" y="192"/>
                </a:cubicBezTo>
                <a:cubicBezTo>
                  <a:pt x="121" y="192"/>
                  <a:pt x="121" y="192"/>
                  <a:pt x="121" y="192"/>
                </a:cubicBezTo>
                <a:cubicBezTo>
                  <a:pt x="35" y="192"/>
                  <a:pt x="35" y="192"/>
                  <a:pt x="35" y="192"/>
                </a:cubicBezTo>
                <a:cubicBezTo>
                  <a:pt x="31" y="192"/>
                  <a:pt x="28" y="189"/>
                  <a:pt x="28" y="185"/>
                </a:cubicBezTo>
                <a:cubicBezTo>
                  <a:pt x="28" y="185"/>
                  <a:pt x="28" y="185"/>
                  <a:pt x="28" y="185"/>
                </a:cubicBezTo>
                <a:cubicBezTo>
                  <a:pt x="28" y="178"/>
                  <a:pt x="28" y="178"/>
                  <a:pt x="28" y="178"/>
                </a:cubicBezTo>
                <a:cubicBezTo>
                  <a:pt x="14" y="178"/>
                  <a:pt x="14" y="178"/>
                  <a:pt x="14" y="178"/>
                </a:cubicBezTo>
                <a:cubicBezTo>
                  <a:pt x="13" y="178"/>
                  <a:pt x="13" y="178"/>
                  <a:pt x="12" y="178"/>
                </a:cubicBezTo>
                <a:cubicBezTo>
                  <a:pt x="8" y="177"/>
                  <a:pt x="5" y="175"/>
                  <a:pt x="3" y="172"/>
                </a:cubicBezTo>
                <a:cubicBezTo>
                  <a:pt x="1" y="169"/>
                  <a:pt x="0" y="165"/>
                  <a:pt x="0" y="161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37"/>
                  <a:pt x="1" y="130"/>
                  <a:pt x="4" y="123"/>
                </a:cubicBezTo>
                <a:cubicBezTo>
                  <a:pt x="9" y="109"/>
                  <a:pt x="20" y="100"/>
                  <a:pt x="30" y="90"/>
                </a:cubicBezTo>
                <a:cubicBezTo>
                  <a:pt x="30" y="89"/>
                  <a:pt x="30" y="89"/>
                  <a:pt x="30" y="89"/>
                </a:cubicBezTo>
                <a:cubicBezTo>
                  <a:pt x="30" y="89"/>
                  <a:pt x="30" y="89"/>
                  <a:pt x="30" y="89"/>
                </a:cubicBezTo>
                <a:cubicBezTo>
                  <a:pt x="20" y="80"/>
                  <a:pt x="15" y="66"/>
                  <a:pt x="15" y="53"/>
                </a:cubicBezTo>
                <a:cubicBezTo>
                  <a:pt x="15" y="24"/>
                  <a:pt x="38" y="0"/>
                  <a:pt x="66" y="0"/>
                </a:cubicBezTo>
                <a:close/>
                <a:moveTo>
                  <a:pt x="117" y="130"/>
                </a:moveTo>
                <a:cubicBezTo>
                  <a:pt x="117" y="130"/>
                  <a:pt x="117" y="130"/>
                  <a:pt x="117" y="130"/>
                </a:cubicBezTo>
                <a:cubicBezTo>
                  <a:pt x="117" y="146"/>
                  <a:pt x="117" y="146"/>
                  <a:pt x="117" y="146"/>
                </a:cubicBezTo>
                <a:cubicBezTo>
                  <a:pt x="102" y="146"/>
                  <a:pt x="102" y="146"/>
                  <a:pt x="102" y="146"/>
                </a:cubicBezTo>
                <a:cubicBezTo>
                  <a:pt x="99" y="146"/>
                  <a:pt x="97" y="148"/>
                  <a:pt x="97" y="151"/>
                </a:cubicBezTo>
                <a:cubicBezTo>
                  <a:pt x="97" y="153"/>
                  <a:pt x="99" y="155"/>
                  <a:pt x="102" y="155"/>
                </a:cubicBezTo>
                <a:cubicBezTo>
                  <a:pt x="117" y="155"/>
                  <a:pt x="117" y="155"/>
                  <a:pt x="117" y="155"/>
                </a:cubicBezTo>
                <a:cubicBezTo>
                  <a:pt x="117" y="171"/>
                  <a:pt x="117" y="171"/>
                  <a:pt x="117" y="171"/>
                </a:cubicBezTo>
                <a:cubicBezTo>
                  <a:pt x="117" y="174"/>
                  <a:pt x="119" y="176"/>
                  <a:pt x="122" y="176"/>
                </a:cubicBezTo>
                <a:cubicBezTo>
                  <a:pt x="124" y="176"/>
                  <a:pt x="126" y="174"/>
                  <a:pt x="126" y="171"/>
                </a:cubicBezTo>
                <a:cubicBezTo>
                  <a:pt x="126" y="155"/>
                  <a:pt x="126" y="155"/>
                  <a:pt x="126" y="155"/>
                </a:cubicBezTo>
                <a:cubicBezTo>
                  <a:pt x="141" y="155"/>
                  <a:pt x="141" y="155"/>
                  <a:pt x="141" y="155"/>
                </a:cubicBezTo>
                <a:cubicBezTo>
                  <a:pt x="144" y="155"/>
                  <a:pt x="146" y="153"/>
                  <a:pt x="146" y="151"/>
                </a:cubicBezTo>
                <a:cubicBezTo>
                  <a:pt x="146" y="148"/>
                  <a:pt x="144" y="146"/>
                  <a:pt x="141" y="146"/>
                </a:cubicBezTo>
                <a:cubicBezTo>
                  <a:pt x="126" y="146"/>
                  <a:pt x="126" y="146"/>
                  <a:pt x="126" y="146"/>
                </a:cubicBezTo>
                <a:cubicBezTo>
                  <a:pt x="126" y="130"/>
                  <a:pt x="126" y="130"/>
                  <a:pt x="126" y="130"/>
                </a:cubicBezTo>
                <a:cubicBezTo>
                  <a:pt x="126" y="124"/>
                  <a:pt x="117" y="124"/>
                  <a:pt x="117" y="130"/>
                </a:cubicBezTo>
                <a:close/>
                <a:moveTo>
                  <a:pt x="99" y="128"/>
                </a:moveTo>
                <a:cubicBezTo>
                  <a:pt x="99" y="128"/>
                  <a:pt x="99" y="128"/>
                  <a:pt x="99" y="128"/>
                </a:cubicBezTo>
                <a:cubicBezTo>
                  <a:pt x="94" y="133"/>
                  <a:pt x="90" y="142"/>
                  <a:pt x="90" y="151"/>
                </a:cubicBezTo>
                <a:cubicBezTo>
                  <a:pt x="90" y="160"/>
                  <a:pt x="94" y="168"/>
                  <a:pt x="99" y="174"/>
                </a:cubicBezTo>
                <a:cubicBezTo>
                  <a:pt x="105" y="179"/>
                  <a:pt x="113" y="183"/>
                  <a:pt x="122" y="183"/>
                </a:cubicBezTo>
                <a:cubicBezTo>
                  <a:pt x="130" y="183"/>
                  <a:pt x="138" y="179"/>
                  <a:pt x="144" y="174"/>
                </a:cubicBezTo>
                <a:cubicBezTo>
                  <a:pt x="150" y="168"/>
                  <a:pt x="153" y="160"/>
                  <a:pt x="153" y="151"/>
                </a:cubicBezTo>
                <a:cubicBezTo>
                  <a:pt x="153" y="142"/>
                  <a:pt x="150" y="134"/>
                  <a:pt x="144" y="128"/>
                </a:cubicBezTo>
                <a:cubicBezTo>
                  <a:pt x="144" y="128"/>
                  <a:pt x="144" y="128"/>
                  <a:pt x="144" y="128"/>
                </a:cubicBezTo>
                <a:cubicBezTo>
                  <a:pt x="132" y="115"/>
                  <a:pt x="112" y="115"/>
                  <a:pt x="99" y="128"/>
                </a:cubicBezTo>
                <a:close/>
                <a:moveTo>
                  <a:pt x="103" y="113"/>
                </a:moveTo>
                <a:cubicBezTo>
                  <a:pt x="103" y="113"/>
                  <a:pt x="103" y="113"/>
                  <a:pt x="103" y="113"/>
                </a:cubicBezTo>
                <a:cubicBezTo>
                  <a:pt x="99" y="108"/>
                  <a:pt x="93" y="103"/>
                  <a:pt x="89" y="99"/>
                </a:cubicBezTo>
                <a:cubicBezTo>
                  <a:pt x="82" y="103"/>
                  <a:pt x="74" y="105"/>
                  <a:pt x="66" y="105"/>
                </a:cubicBezTo>
                <a:cubicBezTo>
                  <a:pt x="57" y="105"/>
                  <a:pt x="49" y="103"/>
                  <a:pt x="42" y="99"/>
                </a:cubicBezTo>
                <a:cubicBezTo>
                  <a:pt x="34" y="107"/>
                  <a:pt x="22" y="117"/>
                  <a:pt x="17" y="129"/>
                </a:cubicBezTo>
                <a:cubicBezTo>
                  <a:pt x="15" y="134"/>
                  <a:pt x="15" y="139"/>
                  <a:pt x="15" y="145"/>
                </a:cubicBezTo>
                <a:cubicBezTo>
                  <a:pt x="15" y="161"/>
                  <a:pt x="15" y="161"/>
                  <a:pt x="15" y="161"/>
                </a:cubicBezTo>
                <a:cubicBezTo>
                  <a:pt x="15" y="162"/>
                  <a:pt x="15" y="162"/>
                  <a:pt x="15" y="163"/>
                </a:cubicBezTo>
                <a:cubicBezTo>
                  <a:pt x="34" y="163"/>
                  <a:pt x="34" y="163"/>
                  <a:pt x="34" y="163"/>
                </a:cubicBezTo>
                <a:cubicBezTo>
                  <a:pt x="34" y="143"/>
                  <a:pt x="34" y="143"/>
                  <a:pt x="34" y="143"/>
                </a:cubicBezTo>
                <a:cubicBezTo>
                  <a:pt x="34" y="140"/>
                  <a:pt x="36" y="138"/>
                  <a:pt x="38" y="138"/>
                </a:cubicBezTo>
                <a:cubicBezTo>
                  <a:pt x="41" y="138"/>
                  <a:pt x="43" y="140"/>
                  <a:pt x="43" y="143"/>
                </a:cubicBezTo>
                <a:cubicBezTo>
                  <a:pt x="43" y="170"/>
                  <a:pt x="43" y="170"/>
                  <a:pt x="43" y="170"/>
                </a:cubicBezTo>
                <a:cubicBezTo>
                  <a:pt x="43" y="170"/>
                  <a:pt x="43" y="170"/>
                  <a:pt x="43" y="170"/>
                </a:cubicBezTo>
                <a:cubicBezTo>
                  <a:pt x="43" y="177"/>
                  <a:pt x="43" y="177"/>
                  <a:pt x="43" y="177"/>
                </a:cubicBezTo>
                <a:cubicBezTo>
                  <a:pt x="90" y="177"/>
                  <a:pt x="90" y="177"/>
                  <a:pt x="90" y="177"/>
                </a:cubicBezTo>
                <a:cubicBezTo>
                  <a:pt x="85" y="170"/>
                  <a:pt x="81" y="161"/>
                  <a:pt x="81" y="151"/>
                </a:cubicBezTo>
                <a:cubicBezTo>
                  <a:pt x="81" y="139"/>
                  <a:pt x="86" y="129"/>
                  <a:pt x="93" y="121"/>
                </a:cubicBezTo>
                <a:cubicBezTo>
                  <a:pt x="93" y="121"/>
                  <a:pt x="93" y="121"/>
                  <a:pt x="93" y="121"/>
                </a:cubicBezTo>
                <a:cubicBezTo>
                  <a:pt x="93" y="121"/>
                  <a:pt x="93" y="121"/>
                  <a:pt x="93" y="121"/>
                </a:cubicBezTo>
                <a:cubicBezTo>
                  <a:pt x="96" y="118"/>
                  <a:pt x="99" y="115"/>
                  <a:pt x="103" y="113"/>
                </a:cubicBezTo>
                <a:close/>
                <a:moveTo>
                  <a:pt x="66" y="16"/>
                </a:moveTo>
                <a:cubicBezTo>
                  <a:pt x="66" y="16"/>
                  <a:pt x="66" y="16"/>
                  <a:pt x="66" y="16"/>
                </a:cubicBezTo>
                <a:cubicBezTo>
                  <a:pt x="46" y="16"/>
                  <a:pt x="30" y="32"/>
                  <a:pt x="30" y="53"/>
                </a:cubicBezTo>
                <a:cubicBezTo>
                  <a:pt x="30" y="73"/>
                  <a:pt x="46" y="89"/>
                  <a:pt x="66" y="89"/>
                </a:cubicBezTo>
                <a:cubicBezTo>
                  <a:pt x="85" y="89"/>
                  <a:pt x="101" y="73"/>
                  <a:pt x="101" y="53"/>
                </a:cubicBezTo>
                <a:cubicBezTo>
                  <a:pt x="101" y="32"/>
                  <a:pt x="85" y="16"/>
                  <a:pt x="66" y="1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6" name="Freeform 13"/>
          <p:cNvSpPr>
            <a:spLocks noEditPoints="1"/>
          </p:cNvSpPr>
          <p:nvPr>
            <p:custDataLst>
              <p:tags r:id="rId10"/>
            </p:custDataLst>
          </p:nvPr>
        </p:nvSpPr>
        <p:spPr bwMode="auto">
          <a:xfrm>
            <a:off x="4186933" y="1764639"/>
            <a:ext cx="235234" cy="219414"/>
          </a:xfrm>
          <a:custGeom>
            <a:avLst/>
            <a:gdLst>
              <a:gd name="T0" fmla="*/ 70 w 192"/>
              <a:gd name="T1" fmla="*/ 76 h 179"/>
              <a:gd name="T2" fmla="*/ 70 w 192"/>
              <a:gd name="T3" fmla="*/ 97 h 179"/>
              <a:gd name="T4" fmla="*/ 50 w 192"/>
              <a:gd name="T5" fmla="*/ 97 h 179"/>
              <a:gd name="T6" fmla="*/ 50 w 192"/>
              <a:gd name="T7" fmla="*/ 76 h 179"/>
              <a:gd name="T8" fmla="*/ 96 w 192"/>
              <a:gd name="T9" fmla="*/ 0 h 179"/>
              <a:gd name="T10" fmla="*/ 163 w 192"/>
              <a:gd name="T11" fmla="*/ 25 h 179"/>
              <a:gd name="T12" fmla="*/ 163 w 192"/>
              <a:gd name="T13" fmla="*/ 148 h 179"/>
              <a:gd name="T14" fmla="*/ 73 w 192"/>
              <a:gd name="T15" fmla="*/ 170 h 179"/>
              <a:gd name="T16" fmla="*/ 31 w 192"/>
              <a:gd name="T17" fmla="*/ 177 h 179"/>
              <a:gd name="T18" fmla="*/ 24 w 192"/>
              <a:gd name="T19" fmla="*/ 179 h 179"/>
              <a:gd name="T20" fmla="*/ 13 w 192"/>
              <a:gd name="T21" fmla="*/ 170 h 179"/>
              <a:gd name="T22" fmla="*/ 13 w 192"/>
              <a:gd name="T23" fmla="*/ 162 h 179"/>
              <a:gd name="T24" fmla="*/ 5 w 192"/>
              <a:gd name="T25" fmla="*/ 115 h 179"/>
              <a:gd name="T26" fmla="*/ 28 w 192"/>
              <a:gd name="T27" fmla="*/ 25 h 179"/>
              <a:gd name="T28" fmla="*/ 153 w 192"/>
              <a:gd name="T29" fmla="*/ 37 h 179"/>
              <a:gd name="T30" fmla="*/ 96 w 192"/>
              <a:gd name="T31" fmla="*/ 16 h 179"/>
              <a:gd name="T32" fmla="*/ 14 w 192"/>
              <a:gd name="T33" fmla="*/ 86 h 179"/>
              <a:gd name="T34" fmla="*/ 31 w 192"/>
              <a:gd name="T35" fmla="*/ 130 h 179"/>
              <a:gd name="T36" fmla="*/ 28 w 192"/>
              <a:gd name="T37" fmla="*/ 162 h 179"/>
              <a:gd name="T38" fmla="*/ 57 w 192"/>
              <a:gd name="T39" fmla="*/ 149 h 179"/>
              <a:gd name="T40" fmla="*/ 96 w 192"/>
              <a:gd name="T41" fmla="*/ 157 h 179"/>
              <a:gd name="T42" fmla="*/ 177 w 192"/>
              <a:gd name="T43" fmla="*/ 86 h 179"/>
              <a:gd name="T44" fmla="*/ 64 w 192"/>
              <a:gd name="T45" fmla="*/ 83 h 179"/>
              <a:gd name="T46" fmla="*/ 60 w 192"/>
              <a:gd name="T47" fmla="*/ 81 h 179"/>
              <a:gd name="T48" fmla="*/ 55 w 192"/>
              <a:gd name="T49" fmla="*/ 86 h 179"/>
              <a:gd name="T50" fmla="*/ 60 w 192"/>
              <a:gd name="T51" fmla="*/ 92 h 179"/>
              <a:gd name="T52" fmla="*/ 65 w 192"/>
              <a:gd name="T53" fmla="*/ 86 h 179"/>
              <a:gd name="T54" fmla="*/ 96 w 192"/>
              <a:gd name="T55" fmla="*/ 72 h 179"/>
              <a:gd name="T56" fmla="*/ 105 w 192"/>
              <a:gd name="T57" fmla="*/ 76 h 179"/>
              <a:gd name="T58" fmla="*/ 105 w 192"/>
              <a:gd name="T59" fmla="*/ 97 h 179"/>
              <a:gd name="T60" fmla="*/ 86 w 192"/>
              <a:gd name="T61" fmla="*/ 97 h 179"/>
              <a:gd name="T62" fmla="*/ 86 w 192"/>
              <a:gd name="T63" fmla="*/ 76 h 179"/>
              <a:gd name="T64" fmla="*/ 99 w 192"/>
              <a:gd name="T65" fmla="*/ 83 h 179"/>
              <a:gd name="T66" fmla="*/ 96 w 192"/>
              <a:gd name="T67" fmla="*/ 81 h 179"/>
              <a:gd name="T68" fmla="*/ 90 w 192"/>
              <a:gd name="T69" fmla="*/ 86 h 179"/>
              <a:gd name="T70" fmla="*/ 96 w 192"/>
              <a:gd name="T71" fmla="*/ 92 h 179"/>
              <a:gd name="T72" fmla="*/ 101 w 192"/>
              <a:gd name="T73" fmla="*/ 86 h 179"/>
              <a:gd name="T74" fmla="*/ 131 w 192"/>
              <a:gd name="T75" fmla="*/ 72 h 179"/>
              <a:gd name="T76" fmla="*/ 141 w 192"/>
              <a:gd name="T77" fmla="*/ 76 h 179"/>
              <a:gd name="T78" fmla="*/ 141 w 192"/>
              <a:gd name="T79" fmla="*/ 97 h 179"/>
              <a:gd name="T80" fmla="*/ 121 w 192"/>
              <a:gd name="T81" fmla="*/ 97 h 179"/>
              <a:gd name="T82" fmla="*/ 121 w 192"/>
              <a:gd name="T83" fmla="*/ 76 h 179"/>
              <a:gd name="T84" fmla="*/ 135 w 192"/>
              <a:gd name="T85" fmla="*/ 83 h 179"/>
              <a:gd name="T86" fmla="*/ 131 w 192"/>
              <a:gd name="T87" fmla="*/ 81 h 179"/>
              <a:gd name="T88" fmla="*/ 126 w 192"/>
              <a:gd name="T89" fmla="*/ 86 h 179"/>
              <a:gd name="T90" fmla="*/ 131 w 192"/>
              <a:gd name="T91" fmla="*/ 92 h 179"/>
              <a:gd name="T92" fmla="*/ 136 w 192"/>
              <a:gd name="T93" fmla="*/ 86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92" h="179">
                <a:moveTo>
                  <a:pt x="60" y="72"/>
                </a:moveTo>
                <a:cubicBezTo>
                  <a:pt x="64" y="72"/>
                  <a:pt x="67" y="74"/>
                  <a:pt x="70" y="76"/>
                </a:cubicBezTo>
                <a:cubicBezTo>
                  <a:pt x="73" y="79"/>
                  <a:pt x="74" y="82"/>
                  <a:pt x="74" y="86"/>
                </a:cubicBezTo>
                <a:cubicBezTo>
                  <a:pt x="74" y="90"/>
                  <a:pt x="73" y="94"/>
                  <a:pt x="70" y="97"/>
                </a:cubicBezTo>
                <a:cubicBezTo>
                  <a:pt x="67" y="99"/>
                  <a:pt x="64" y="101"/>
                  <a:pt x="60" y="101"/>
                </a:cubicBezTo>
                <a:cubicBezTo>
                  <a:pt x="56" y="101"/>
                  <a:pt x="53" y="99"/>
                  <a:pt x="50" y="97"/>
                </a:cubicBezTo>
                <a:cubicBezTo>
                  <a:pt x="48" y="94"/>
                  <a:pt x="46" y="90"/>
                  <a:pt x="46" y="86"/>
                </a:cubicBezTo>
                <a:cubicBezTo>
                  <a:pt x="46" y="82"/>
                  <a:pt x="48" y="79"/>
                  <a:pt x="50" y="76"/>
                </a:cubicBezTo>
                <a:cubicBezTo>
                  <a:pt x="53" y="74"/>
                  <a:pt x="56" y="72"/>
                  <a:pt x="60" y="72"/>
                </a:cubicBezTo>
                <a:close/>
                <a:moveTo>
                  <a:pt x="96" y="0"/>
                </a:moveTo>
                <a:cubicBezTo>
                  <a:pt x="96" y="0"/>
                  <a:pt x="96" y="0"/>
                  <a:pt x="96" y="0"/>
                </a:cubicBezTo>
                <a:cubicBezTo>
                  <a:pt x="122" y="0"/>
                  <a:pt x="146" y="10"/>
                  <a:pt x="163" y="25"/>
                </a:cubicBezTo>
                <a:cubicBezTo>
                  <a:pt x="181" y="41"/>
                  <a:pt x="192" y="62"/>
                  <a:pt x="192" y="86"/>
                </a:cubicBezTo>
                <a:cubicBezTo>
                  <a:pt x="192" y="110"/>
                  <a:pt x="181" y="132"/>
                  <a:pt x="163" y="148"/>
                </a:cubicBezTo>
                <a:cubicBezTo>
                  <a:pt x="146" y="163"/>
                  <a:pt x="122" y="172"/>
                  <a:pt x="96" y="172"/>
                </a:cubicBezTo>
                <a:cubicBezTo>
                  <a:pt x="88" y="172"/>
                  <a:pt x="80" y="172"/>
                  <a:pt x="73" y="170"/>
                </a:cubicBezTo>
                <a:cubicBezTo>
                  <a:pt x="66" y="169"/>
                  <a:pt x="60" y="167"/>
                  <a:pt x="54" y="164"/>
                </a:cubicBezTo>
                <a:cubicBezTo>
                  <a:pt x="31" y="177"/>
                  <a:pt x="31" y="177"/>
                  <a:pt x="31" y="177"/>
                </a:cubicBezTo>
                <a:cubicBezTo>
                  <a:pt x="29" y="178"/>
                  <a:pt x="27" y="179"/>
                  <a:pt x="24" y="179"/>
                </a:cubicBezTo>
                <a:cubicBezTo>
                  <a:pt x="24" y="179"/>
                  <a:pt x="24" y="179"/>
                  <a:pt x="24" y="179"/>
                </a:cubicBezTo>
                <a:cubicBezTo>
                  <a:pt x="22" y="178"/>
                  <a:pt x="19" y="177"/>
                  <a:pt x="17" y="176"/>
                </a:cubicBezTo>
                <a:cubicBezTo>
                  <a:pt x="15" y="174"/>
                  <a:pt x="14" y="172"/>
                  <a:pt x="13" y="170"/>
                </a:cubicBezTo>
                <a:cubicBezTo>
                  <a:pt x="13" y="170"/>
                  <a:pt x="13" y="170"/>
                  <a:pt x="13" y="170"/>
                </a:cubicBezTo>
                <a:cubicBezTo>
                  <a:pt x="12" y="167"/>
                  <a:pt x="12" y="165"/>
                  <a:pt x="13" y="162"/>
                </a:cubicBezTo>
                <a:cubicBezTo>
                  <a:pt x="18" y="137"/>
                  <a:pt x="18" y="137"/>
                  <a:pt x="18" y="137"/>
                </a:cubicBezTo>
                <a:cubicBezTo>
                  <a:pt x="13" y="131"/>
                  <a:pt x="8" y="123"/>
                  <a:pt x="5" y="115"/>
                </a:cubicBezTo>
                <a:cubicBezTo>
                  <a:pt x="2" y="106"/>
                  <a:pt x="0" y="96"/>
                  <a:pt x="0" y="86"/>
                </a:cubicBezTo>
                <a:cubicBezTo>
                  <a:pt x="0" y="62"/>
                  <a:pt x="10" y="41"/>
                  <a:pt x="28" y="25"/>
                </a:cubicBezTo>
                <a:cubicBezTo>
                  <a:pt x="45" y="10"/>
                  <a:pt x="69" y="0"/>
                  <a:pt x="96" y="0"/>
                </a:cubicBezTo>
                <a:close/>
                <a:moveTo>
                  <a:pt x="153" y="37"/>
                </a:moveTo>
                <a:cubicBezTo>
                  <a:pt x="153" y="37"/>
                  <a:pt x="153" y="37"/>
                  <a:pt x="153" y="37"/>
                </a:cubicBezTo>
                <a:cubicBezTo>
                  <a:pt x="139" y="24"/>
                  <a:pt x="118" y="16"/>
                  <a:pt x="96" y="16"/>
                </a:cubicBezTo>
                <a:cubicBezTo>
                  <a:pt x="73" y="16"/>
                  <a:pt x="52" y="24"/>
                  <a:pt x="38" y="37"/>
                </a:cubicBezTo>
                <a:cubicBezTo>
                  <a:pt x="23" y="49"/>
                  <a:pt x="14" y="67"/>
                  <a:pt x="14" y="86"/>
                </a:cubicBezTo>
                <a:cubicBezTo>
                  <a:pt x="14" y="94"/>
                  <a:pt x="16" y="102"/>
                  <a:pt x="19" y="109"/>
                </a:cubicBezTo>
                <a:cubicBezTo>
                  <a:pt x="22" y="117"/>
                  <a:pt x="26" y="124"/>
                  <a:pt x="31" y="130"/>
                </a:cubicBezTo>
                <a:cubicBezTo>
                  <a:pt x="33" y="131"/>
                  <a:pt x="34" y="134"/>
                  <a:pt x="33" y="137"/>
                </a:cubicBezTo>
                <a:cubicBezTo>
                  <a:pt x="28" y="162"/>
                  <a:pt x="28" y="162"/>
                  <a:pt x="28" y="162"/>
                </a:cubicBezTo>
                <a:cubicBezTo>
                  <a:pt x="51" y="149"/>
                  <a:pt x="51" y="149"/>
                  <a:pt x="51" y="149"/>
                </a:cubicBezTo>
                <a:cubicBezTo>
                  <a:pt x="53" y="148"/>
                  <a:pt x="55" y="148"/>
                  <a:pt x="57" y="149"/>
                </a:cubicBezTo>
                <a:cubicBezTo>
                  <a:pt x="63" y="152"/>
                  <a:pt x="69" y="154"/>
                  <a:pt x="76" y="155"/>
                </a:cubicBezTo>
                <a:cubicBezTo>
                  <a:pt x="82" y="157"/>
                  <a:pt x="89" y="157"/>
                  <a:pt x="96" y="157"/>
                </a:cubicBezTo>
                <a:cubicBezTo>
                  <a:pt x="118" y="157"/>
                  <a:pt x="139" y="149"/>
                  <a:pt x="153" y="136"/>
                </a:cubicBezTo>
                <a:cubicBezTo>
                  <a:pt x="168" y="123"/>
                  <a:pt x="177" y="106"/>
                  <a:pt x="177" y="86"/>
                </a:cubicBezTo>
                <a:cubicBezTo>
                  <a:pt x="177" y="67"/>
                  <a:pt x="168" y="49"/>
                  <a:pt x="153" y="37"/>
                </a:cubicBezTo>
                <a:close/>
                <a:moveTo>
                  <a:pt x="64" y="83"/>
                </a:moveTo>
                <a:cubicBezTo>
                  <a:pt x="64" y="83"/>
                  <a:pt x="64" y="83"/>
                  <a:pt x="64" y="83"/>
                </a:cubicBezTo>
                <a:cubicBezTo>
                  <a:pt x="63" y="82"/>
                  <a:pt x="62" y="81"/>
                  <a:pt x="60" y="81"/>
                </a:cubicBezTo>
                <a:cubicBezTo>
                  <a:pt x="59" y="81"/>
                  <a:pt x="57" y="82"/>
                  <a:pt x="56" y="83"/>
                </a:cubicBezTo>
                <a:cubicBezTo>
                  <a:pt x="56" y="84"/>
                  <a:pt x="55" y="85"/>
                  <a:pt x="55" y="86"/>
                </a:cubicBezTo>
                <a:cubicBezTo>
                  <a:pt x="55" y="88"/>
                  <a:pt x="56" y="89"/>
                  <a:pt x="56" y="90"/>
                </a:cubicBezTo>
                <a:cubicBezTo>
                  <a:pt x="57" y="91"/>
                  <a:pt x="59" y="92"/>
                  <a:pt x="60" y="92"/>
                </a:cubicBezTo>
                <a:cubicBezTo>
                  <a:pt x="62" y="92"/>
                  <a:pt x="63" y="91"/>
                  <a:pt x="64" y="90"/>
                </a:cubicBezTo>
                <a:cubicBezTo>
                  <a:pt x="65" y="89"/>
                  <a:pt x="65" y="88"/>
                  <a:pt x="65" y="86"/>
                </a:cubicBezTo>
                <a:cubicBezTo>
                  <a:pt x="65" y="85"/>
                  <a:pt x="65" y="84"/>
                  <a:pt x="64" y="83"/>
                </a:cubicBezTo>
                <a:close/>
                <a:moveTo>
                  <a:pt x="96" y="72"/>
                </a:moveTo>
                <a:cubicBezTo>
                  <a:pt x="96" y="72"/>
                  <a:pt x="96" y="72"/>
                  <a:pt x="96" y="72"/>
                </a:cubicBezTo>
                <a:cubicBezTo>
                  <a:pt x="99" y="72"/>
                  <a:pt x="103" y="74"/>
                  <a:pt x="105" y="76"/>
                </a:cubicBezTo>
                <a:cubicBezTo>
                  <a:pt x="108" y="79"/>
                  <a:pt x="110" y="82"/>
                  <a:pt x="110" y="86"/>
                </a:cubicBezTo>
                <a:cubicBezTo>
                  <a:pt x="110" y="90"/>
                  <a:pt x="108" y="94"/>
                  <a:pt x="105" y="97"/>
                </a:cubicBezTo>
                <a:cubicBezTo>
                  <a:pt x="103" y="99"/>
                  <a:pt x="99" y="101"/>
                  <a:pt x="96" y="101"/>
                </a:cubicBezTo>
                <a:cubicBezTo>
                  <a:pt x="92" y="101"/>
                  <a:pt x="88" y="99"/>
                  <a:pt x="86" y="97"/>
                </a:cubicBezTo>
                <a:cubicBezTo>
                  <a:pt x="83" y="94"/>
                  <a:pt x="82" y="90"/>
                  <a:pt x="82" y="86"/>
                </a:cubicBezTo>
                <a:cubicBezTo>
                  <a:pt x="82" y="82"/>
                  <a:pt x="83" y="79"/>
                  <a:pt x="86" y="76"/>
                </a:cubicBezTo>
                <a:cubicBezTo>
                  <a:pt x="88" y="74"/>
                  <a:pt x="92" y="72"/>
                  <a:pt x="96" y="72"/>
                </a:cubicBezTo>
                <a:close/>
                <a:moveTo>
                  <a:pt x="99" y="83"/>
                </a:moveTo>
                <a:cubicBezTo>
                  <a:pt x="99" y="83"/>
                  <a:pt x="99" y="83"/>
                  <a:pt x="99" y="83"/>
                </a:cubicBezTo>
                <a:cubicBezTo>
                  <a:pt x="98" y="82"/>
                  <a:pt x="97" y="81"/>
                  <a:pt x="96" y="81"/>
                </a:cubicBezTo>
                <a:cubicBezTo>
                  <a:pt x="94" y="81"/>
                  <a:pt x="93" y="82"/>
                  <a:pt x="92" y="83"/>
                </a:cubicBezTo>
                <a:cubicBezTo>
                  <a:pt x="91" y="84"/>
                  <a:pt x="90" y="85"/>
                  <a:pt x="90" y="86"/>
                </a:cubicBezTo>
                <a:cubicBezTo>
                  <a:pt x="90" y="88"/>
                  <a:pt x="91" y="89"/>
                  <a:pt x="92" y="90"/>
                </a:cubicBezTo>
                <a:cubicBezTo>
                  <a:pt x="93" y="91"/>
                  <a:pt x="94" y="92"/>
                  <a:pt x="96" y="92"/>
                </a:cubicBezTo>
                <a:cubicBezTo>
                  <a:pt x="97" y="92"/>
                  <a:pt x="98" y="91"/>
                  <a:pt x="99" y="90"/>
                </a:cubicBezTo>
                <a:cubicBezTo>
                  <a:pt x="100" y="89"/>
                  <a:pt x="101" y="88"/>
                  <a:pt x="101" y="86"/>
                </a:cubicBezTo>
                <a:cubicBezTo>
                  <a:pt x="101" y="85"/>
                  <a:pt x="100" y="84"/>
                  <a:pt x="99" y="83"/>
                </a:cubicBezTo>
                <a:close/>
                <a:moveTo>
                  <a:pt x="131" y="72"/>
                </a:moveTo>
                <a:cubicBezTo>
                  <a:pt x="131" y="72"/>
                  <a:pt x="131" y="72"/>
                  <a:pt x="131" y="72"/>
                </a:cubicBezTo>
                <a:cubicBezTo>
                  <a:pt x="135" y="72"/>
                  <a:pt x="138" y="74"/>
                  <a:pt x="141" y="76"/>
                </a:cubicBezTo>
                <a:cubicBezTo>
                  <a:pt x="143" y="79"/>
                  <a:pt x="145" y="82"/>
                  <a:pt x="145" y="86"/>
                </a:cubicBezTo>
                <a:cubicBezTo>
                  <a:pt x="145" y="90"/>
                  <a:pt x="143" y="94"/>
                  <a:pt x="141" y="97"/>
                </a:cubicBezTo>
                <a:cubicBezTo>
                  <a:pt x="138" y="99"/>
                  <a:pt x="135" y="101"/>
                  <a:pt x="131" y="101"/>
                </a:cubicBezTo>
                <a:cubicBezTo>
                  <a:pt x="127" y="101"/>
                  <a:pt x="124" y="99"/>
                  <a:pt x="121" y="97"/>
                </a:cubicBezTo>
                <a:cubicBezTo>
                  <a:pt x="119" y="94"/>
                  <a:pt x="117" y="90"/>
                  <a:pt x="117" y="86"/>
                </a:cubicBezTo>
                <a:cubicBezTo>
                  <a:pt x="117" y="82"/>
                  <a:pt x="119" y="79"/>
                  <a:pt x="121" y="76"/>
                </a:cubicBezTo>
                <a:cubicBezTo>
                  <a:pt x="124" y="74"/>
                  <a:pt x="127" y="72"/>
                  <a:pt x="131" y="72"/>
                </a:cubicBezTo>
                <a:close/>
                <a:moveTo>
                  <a:pt x="135" y="83"/>
                </a:moveTo>
                <a:cubicBezTo>
                  <a:pt x="135" y="83"/>
                  <a:pt x="135" y="83"/>
                  <a:pt x="135" y="83"/>
                </a:cubicBezTo>
                <a:cubicBezTo>
                  <a:pt x="134" y="82"/>
                  <a:pt x="132" y="81"/>
                  <a:pt x="131" y="81"/>
                </a:cubicBezTo>
                <a:cubicBezTo>
                  <a:pt x="130" y="81"/>
                  <a:pt x="128" y="82"/>
                  <a:pt x="127" y="83"/>
                </a:cubicBezTo>
                <a:cubicBezTo>
                  <a:pt x="126" y="84"/>
                  <a:pt x="126" y="85"/>
                  <a:pt x="126" y="86"/>
                </a:cubicBezTo>
                <a:cubicBezTo>
                  <a:pt x="126" y="88"/>
                  <a:pt x="126" y="89"/>
                  <a:pt x="127" y="90"/>
                </a:cubicBezTo>
                <a:cubicBezTo>
                  <a:pt x="128" y="91"/>
                  <a:pt x="130" y="92"/>
                  <a:pt x="131" y="92"/>
                </a:cubicBezTo>
                <a:cubicBezTo>
                  <a:pt x="132" y="92"/>
                  <a:pt x="134" y="91"/>
                  <a:pt x="135" y="90"/>
                </a:cubicBezTo>
                <a:cubicBezTo>
                  <a:pt x="136" y="89"/>
                  <a:pt x="136" y="88"/>
                  <a:pt x="136" y="86"/>
                </a:cubicBezTo>
                <a:cubicBezTo>
                  <a:pt x="136" y="85"/>
                  <a:pt x="136" y="84"/>
                  <a:pt x="135" y="8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7" name="Rectangle 24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1530319" y="3128917"/>
            <a:ext cx="1466850" cy="665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GAN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数据清洗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</a:rPr>
              <a:t>清洗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</a:rPr>
              <a:t>GAN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</a:rPr>
              <a:t>网络生成器得到的数据，除去无意义且重复出现的字符，保留连贯且符合逻辑的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</a:rPr>
              <a:t>文本。</a:t>
            </a:r>
            <a:endParaRPr lang="zh-CN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Rectangle 24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779512" y="3128917"/>
            <a:ext cx="1466850" cy="665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重构建数据集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</a:rPr>
              <a:t>从转换好的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</a:rPr>
              <a:t>GAN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</a:rPr>
              <a:t>数据和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</a:rPr>
              <a:t>CAIL2018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</a:rPr>
              <a:t>数据集中按比例选取其中的数据混合在新数据集中，用于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</a:rPr>
              <a:t>训练</a:t>
            </a:r>
            <a:endParaRPr lang="zh-CN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Rectangle 24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3571126" y="3169720"/>
            <a:ext cx="146685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  <a:buClrTx/>
              <a:buSzTx/>
              <a:buFontTx/>
            </a:pP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CAIL2018数据集处理</a:t>
            </a:r>
            <a:endParaRPr lang="en-US" altLang="zh-CN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</a:rPr>
              <a:t>将该数据集转换成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</a:rPr>
              <a:t>txt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</a:rPr>
              <a:t>文本格式，便于与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</a:rPr>
              <a:t>GAN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</a:rPr>
              <a:t>数据集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</a:rPr>
              <a:t>进行混合。</a:t>
            </a:r>
            <a:endParaRPr lang="zh-CN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" name="Rectangle 24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909062" y="2538354"/>
            <a:ext cx="709364" cy="22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en-US" altLang="zh-CN" sz="1200" b="1" dirty="0">
                <a:solidFill>
                  <a:schemeClr val="bg1"/>
                </a:solidFill>
              </a:rPr>
              <a:t>STEP 01</a:t>
            </a:r>
            <a:endParaRPr lang="en-US" altLang="zh-CN" sz="1050" dirty="0">
              <a:solidFill>
                <a:schemeClr val="bg1"/>
              </a:solidFill>
            </a:endParaRPr>
          </a:p>
        </p:txBody>
      </p:sp>
      <p:sp>
        <p:nvSpPr>
          <p:cNvPr id="47" name="Rectangle 39"/>
          <p:cNvSpPr>
            <a:spLocks noChangeArrowheads="1"/>
          </p:cNvSpPr>
          <p:nvPr/>
        </p:nvSpPr>
        <p:spPr bwMode="auto">
          <a:xfrm>
            <a:off x="416159" y="278281"/>
            <a:ext cx="2778059" cy="30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l"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数据清洗与处理</a:t>
            </a:r>
            <a:endParaRPr lang="zh-CN" altLang="en-US" sz="2000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416158" y="699542"/>
            <a:ext cx="899592" cy="56017"/>
            <a:chOff x="0" y="2842590"/>
            <a:chExt cx="7054752" cy="89199"/>
          </a:xfrm>
        </p:grpSpPr>
        <p:sp>
          <p:nvSpPr>
            <p:cNvPr id="49" name="矩形 48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Freeform 5"/>
          <p:cNvSpPr/>
          <p:nvPr>
            <p:custDataLst>
              <p:tags r:id="rId15"/>
            </p:custDataLst>
          </p:nvPr>
        </p:nvSpPr>
        <p:spPr bwMode="auto">
          <a:xfrm>
            <a:off x="3592150" y="2427800"/>
            <a:ext cx="1424666" cy="487714"/>
          </a:xfrm>
          <a:custGeom>
            <a:avLst/>
            <a:gdLst>
              <a:gd name="T0" fmla="*/ 490 w 591"/>
              <a:gd name="T1" fmla="*/ 0 h 202"/>
              <a:gd name="T2" fmla="*/ 101 w 591"/>
              <a:gd name="T3" fmla="*/ 0 h 202"/>
              <a:gd name="T4" fmla="*/ 0 w 591"/>
              <a:gd name="T5" fmla="*/ 101 h 202"/>
              <a:gd name="T6" fmla="*/ 101 w 591"/>
              <a:gd name="T7" fmla="*/ 202 h 202"/>
              <a:gd name="T8" fmla="*/ 490 w 591"/>
              <a:gd name="T9" fmla="*/ 202 h 202"/>
              <a:gd name="T10" fmla="*/ 591 w 591"/>
              <a:gd name="T11" fmla="*/ 101 h 202"/>
              <a:gd name="T12" fmla="*/ 490 w 591"/>
              <a:gd name="T13" fmla="*/ 0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91" h="202">
                <a:moveTo>
                  <a:pt x="490" y="0"/>
                </a:moveTo>
                <a:cubicBezTo>
                  <a:pt x="101" y="0"/>
                  <a:pt x="101" y="0"/>
                  <a:pt x="101" y="0"/>
                </a:cubicBezTo>
                <a:cubicBezTo>
                  <a:pt x="46" y="0"/>
                  <a:pt x="0" y="46"/>
                  <a:pt x="0" y="101"/>
                </a:cubicBezTo>
                <a:cubicBezTo>
                  <a:pt x="0" y="157"/>
                  <a:pt x="46" y="202"/>
                  <a:pt x="101" y="202"/>
                </a:cubicBezTo>
                <a:cubicBezTo>
                  <a:pt x="490" y="202"/>
                  <a:pt x="490" y="202"/>
                  <a:pt x="490" y="202"/>
                </a:cubicBezTo>
                <a:cubicBezTo>
                  <a:pt x="546" y="202"/>
                  <a:pt x="591" y="157"/>
                  <a:pt x="591" y="101"/>
                </a:cubicBezTo>
                <a:cubicBezTo>
                  <a:pt x="591" y="46"/>
                  <a:pt x="546" y="0"/>
                  <a:pt x="4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sp>
        <p:nvSpPr>
          <p:cNvPr id="39" name="Rectangle 24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949868" y="2538354"/>
            <a:ext cx="709364" cy="22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en-US" altLang="zh-CN" sz="1200" b="1" dirty="0">
                <a:solidFill>
                  <a:schemeClr val="bg1"/>
                </a:solidFill>
              </a:rPr>
              <a:t>STEP 02</a:t>
            </a:r>
            <a:endParaRPr lang="en-US" altLang="zh-CN" sz="1050" dirty="0">
              <a:solidFill>
                <a:schemeClr val="bg1"/>
              </a:solidFill>
            </a:endParaRPr>
          </a:p>
        </p:txBody>
      </p:sp>
      <p:sp>
        <p:nvSpPr>
          <p:cNvPr id="28" name="Freeform 5"/>
          <p:cNvSpPr/>
          <p:nvPr>
            <p:custDataLst>
              <p:tags r:id="rId17"/>
            </p:custDataLst>
          </p:nvPr>
        </p:nvSpPr>
        <p:spPr bwMode="auto">
          <a:xfrm>
            <a:off x="5821635" y="2427800"/>
            <a:ext cx="1424666" cy="487714"/>
          </a:xfrm>
          <a:custGeom>
            <a:avLst/>
            <a:gdLst>
              <a:gd name="T0" fmla="*/ 490 w 591"/>
              <a:gd name="T1" fmla="*/ 0 h 202"/>
              <a:gd name="T2" fmla="*/ 101 w 591"/>
              <a:gd name="T3" fmla="*/ 0 h 202"/>
              <a:gd name="T4" fmla="*/ 0 w 591"/>
              <a:gd name="T5" fmla="*/ 101 h 202"/>
              <a:gd name="T6" fmla="*/ 101 w 591"/>
              <a:gd name="T7" fmla="*/ 202 h 202"/>
              <a:gd name="T8" fmla="*/ 490 w 591"/>
              <a:gd name="T9" fmla="*/ 202 h 202"/>
              <a:gd name="T10" fmla="*/ 591 w 591"/>
              <a:gd name="T11" fmla="*/ 101 h 202"/>
              <a:gd name="T12" fmla="*/ 490 w 591"/>
              <a:gd name="T13" fmla="*/ 0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91" h="202">
                <a:moveTo>
                  <a:pt x="490" y="0"/>
                </a:moveTo>
                <a:cubicBezTo>
                  <a:pt x="101" y="0"/>
                  <a:pt x="101" y="0"/>
                  <a:pt x="101" y="0"/>
                </a:cubicBezTo>
                <a:cubicBezTo>
                  <a:pt x="46" y="0"/>
                  <a:pt x="0" y="46"/>
                  <a:pt x="0" y="101"/>
                </a:cubicBezTo>
                <a:cubicBezTo>
                  <a:pt x="0" y="157"/>
                  <a:pt x="46" y="202"/>
                  <a:pt x="101" y="202"/>
                </a:cubicBezTo>
                <a:cubicBezTo>
                  <a:pt x="490" y="202"/>
                  <a:pt x="490" y="202"/>
                  <a:pt x="490" y="202"/>
                </a:cubicBezTo>
                <a:cubicBezTo>
                  <a:pt x="546" y="202"/>
                  <a:pt x="591" y="157"/>
                  <a:pt x="591" y="101"/>
                </a:cubicBezTo>
                <a:cubicBezTo>
                  <a:pt x="591" y="46"/>
                  <a:pt x="546" y="0"/>
                  <a:pt x="4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0" name="Rectangle 24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6158255" y="2538354"/>
            <a:ext cx="709364" cy="22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en-US" altLang="zh-CN" sz="1200" b="1" dirty="0">
                <a:solidFill>
                  <a:schemeClr val="bg1"/>
                </a:solidFill>
              </a:rPr>
              <a:t>STEP 03</a:t>
            </a:r>
            <a:endParaRPr lang="en-US" altLang="zh-CN" sz="10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5" name="Rectangle 33"/>
          <p:cNvSpPr>
            <a:spLocks noChangeArrowheads="1"/>
          </p:cNvSpPr>
          <p:nvPr/>
        </p:nvSpPr>
        <p:spPr bwMode="auto">
          <a:xfrm>
            <a:off x="683260" y="2138193"/>
            <a:ext cx="2808288" cy="2069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l">
              <a:lnSpc>
                <a:spcPct val="200000"/>
              </a:lnSpc>
              <a:spcBef>
                <a:spcPts val="300"/>
              </a:spcBef>
              <a:buClrTx/>
              <a:buSzTx/>
              <a:buFontTx/>
            </a:pPr>
            <a:r>
              <a:rPr lang="en-US" altLang="zh-CN" sz="1100" dirty="0">
                <a:solidFill>
                  <a:schemeClr val="tx1">
                    <a:lumMod val="75000"/>
                  </a:schemeClr>
                </a:solidFill>
              </a:rPr>
              <a:t>        </a:t>
            </a:r>
            <a:r>
              <a:rPr lang="zh-CN" altLang="en-US" sz="1100" dirty="0">
                <a:solidFill>
                  <a:schemeClr val="tx1">
                    <a:lumMod val="75000"/>
                  </a:schemeClr>
                </a:solidFill>
              </a:rPr>
              <a:t>将构建的新数据集划分成训练集和验证集，输入到模型中进行学习。得到预训练模型以后再次用通用数据集——中文维基百科进行对照组的掩码推理实验。</a:t>
            </a:r>
            <a:endParaRPr lang="zh-CN" altLang="en-US" sz="1100" dirty="0">
              <a:solidFill>
                <a:schemeClr val="tx1">
                  <a:lumMod val="75000"/>
                </a:schemeClr>
              </a:solidFill>
            </a:endParaRPr>
          </a:p>
          <a:p>
            <a:pPr algn="l">
              <a:lnSpc>
                <a:spcPct val="200000"/>
              </a:lnSpc>
              <a:spcBef>
                <a:spcPts val="300"/>
              </a:spcBef>
              <a:buClrTx/>
              <a:buSzTx/>
              <a:buFontTx/>
            </a:pPr>
            <a:r>
              <a:rPr lang="en-US" altLang="zh-CN" sz="1100" dirty="0">
                <a:solidFill>
                  <a:schemeClr val="tx1">
                    <a:lumMod val="75000"/>
                  </a:schemeClr>
                </a:solidFill>
              </a:rPr>
              <a:t>         </a:t>
            </a:r>
            <a:r>
              <a:rPr lang="zh-CN" altLang="en-US" sz="1100" dirty="0">
                <a:solidFill>
                  <a:schemeClr val="tx1">
                    <a:lumMod val="75000"/>
                  </a:schemeClr>
                </a:solidFill>
              </a:rPr>
              <a:t>保证训练验证集划分比例模型参数与对照组保持</a:t>
            </a:r>
            <a:r>
              <a:rPr lang="zh-CN" altLang="en-US" sz="1100" dirty="0">
                <a:solidFill>
                  <a:schemeClr val="tx1">
                    <a:lumMod val="75000"/>
                  </a:schemeClr>
                </a:solidFill>
              </a:rPr>
              <a:t>一致。</a:t>
            </a:r>
            <a:endParaRPr lang="zh-CN" altLang="en-US" sz="11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33" name="Rectangle 39"/>
          <p:cNvSpPr>
            <a:spLocks noChangeArrowheads="1"/>
          </p:cNvSpPr>
          <p:nvPr/>
        </p:nvSpPr>
        <p:spPr bwMode="auto">
          <a:xfrm>
            <a:off x="416159" y="278281"/>
            <a:ext cx="2778059" cy="30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l"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重复测试任务</a:t>
            </a:r>
            <a:endParaRPr lang="zh-CN" altLang="en-US" sz="2000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416158" y="699542"/>
            <a:ext cx="899592" cy="56017"/>
            <a:chOff x="0" y="2842590"/>
            <a:chExt cx="7054752" cy="89199"/>
          </a:xfrm>
        </p:grpSpPr>
        <p:sp>
          <p:nvSpPr>
            <p:cNvPr id="35" name="矩形 34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Freeform 8"/>
          <p:cNvSpPr/>
          <p:nvPr/>
        </p:nvSpPr>
        <p:spPr bwMode="auto">
          <a:xfrm>
            <a:off x="5222875" y="1153562"/>
            <a:ext cx="2452688" cy="1384727"/>
          </a:xfrm>
          <a:custGeom>
            <a:avLst/>
            <a:gdLst>
              <a:gd name="T0" fmla="*/ 840 w 840"/>
              <a:gd name="T1" fmla="*/ 474 h 474"/>
              <a:gd name="T2" fmla="*/ 819 w 840"/>
              <a:gd name="T3" fmla="*/ 357 h 474"/>
              <a:gd name="T4" fmla="*/ 803 w 840"/>
              <a:gd name="T5" fmla="*/ 386 h 474"/>
              <a:gd name="T6" fmla="*/ 486 w 840"/>
              <a:gd name="T7" fmla="*/ 181 h 474"/>
              <a:gd name="T8" fmla="*/ 417 w 840"/>
              <a:gd name="T9" fmla="*/ 188 h 474"/>
              <a:gd name="T10" fmla="*/ 209 w 840"/>
              <a:gd name="T11" fmla="*/ 0 h 474"/>
              <a:gd name="T12" fmla="*/ 0 w 840"/>
              <a:gd name="T13" fmla="*/ 209 h 474"/>
              <a:gd name="T14" fmla="*/ 160 w 840"/>
              <a:gd name="T15" fmla="*/ 412 h 474"/>
              <a:gd name="T16" fmla="*/ 174 w 840"/>
              <a:gd name="T17" fmla="*/ 415 h 474"/>
              <a:gd name="T18" fmla="*/ 179 w 840"/>
              <a:gd name="T19" fmla="*/ 405 h 474"/>
              <a:gd name="T20" fmla="*/ 183 w 840"/>
              <a:gd name="T21" fmla="*/ 398 h 474"/>
              <a:gd name="T22" fmla="*/ 186 w 840"/>
              <a:gd name="T23" fmla="*/ 393 h 474"/>
              <a:gd name="T24" fmla="*/ 192 w 840"/>
              <a:gd name="T25" fmla="*/ 383 h 474"/>
              <a:gd name="T26" fmla="*/ 195 w 840"/>
              <a:gd name="T27" fmla="*/ 378 h 474"/>
              <a:gd name="T28" fmla="*/ 199 w 840"/>
              <a:gd name="T29" fmla="*/ 371 h 474"/>
              <a:gd name="T30" fmla="*/ 205 w 840"/>
              <a:gd name="T31" fmla="*/ 363 h 474"/>
              <a:gd name="T32" fmla="*/ 209 w 840"/>
              <a:gd name="T33" fmla="*/ 357 h 474"/>
              <a:gd name="T34" fmla="*/ 213 w 840"/>
              <a:gd name="T35" fmla="*/ 352 h 474"/>
              <a:gd name="T36" fmla="*/ 221 w 840"/>
              <a:gd name="T37" fmla="*/ 343 h 474"/>
              <a:gd name="T38" fmla="*/ 224 w 840"/>
              <a:gd name="T39" fmla="*/ 338 h 474"/>
              <a:gd name="T40" fmla="*/ 229 w 840"/>
              <a:gd name="T41" fmla="*/ 332 h 474"/>
              <a:gd name="T42" fmla="*/ 233 w 840"/>
              <a:gd name="T43" fmla="*/ 328 h 474"/>
              <a:gd name="T44" fmla="*/ 242 w 840"/>
              <a:gd name="T45" fmla="*/ 319 h 474"/>
              <a:gd name="T46" fmla="*/ 245 w 840"/>
              <a:gd name="T47" fmla="*/ 316 h 474"/>
              <a:gd name="T48" fmla="*/ 255 w 840"/>
              <a:gd name="T49" fmla="*/ 306 h 474"/>
              <a:gd name="T50" fmla="*/ 258 w 840"/>
              <a:gd name="T51" fmla="*/ 303 h 474"/>
              <a:gd name="T52" fmla="*/ 265 w 840"/>
              <a:gd name="T53" fmla="*/ 298 h 474"/>
              <a:gd name="T54" fmla="*/ 268 w 840"/>
              <a:gd name="T55" fmla="*/ 296 h 474"/>
              <a:gd name="T56" fmla="*/ 279 w 840"/>
              <a:gd name="T57" fmla="*/ 286 h 474"/>
              <a:gd name="T58" fmla="*/ 282 w 840"/>
              <a:gd name="T59" fmla="*/ 284 h 474"/>
              <a:gd name="T60" fmla="*/ 305 w 840"/>
              <a:gd name="T61" fmla="*/ 268 h 474"/>
              <a:gd name="T62" fmla="*/ 307 w 840"/>
              <a:gd name="T63" fmla="*/ 267 h 474"/>
              <a:gd name="T64" fmla="*/ 322 w 840"/>
              <a:gd name="T65" fmla="*/ 259 h 474"/>
              <a:gd name="T66" fmla="*/ 324 w 840"/>
              <a:gd name="T67" fmla="*/ 258 h 474"/>
              <a:gd name="T68" fmla="*/ 350 w 840"/>
              <a:gd name="T69" fmla="*/ 245 h 474"/>
              <a:gd name="T70" fmla="*/ 351 w 840"/>
              <a:gd name="T71" fmla="*/ 244 h 474"/>
              <a:gd name="T72" fmla="*/ 368 w 840"/>
              <a:gd name="T73" fmla="*/ 237 h 474"/>
              <a:gd name="T74" fmla="*/ 369 w 840"/>
              <a:gd name="T75" fmla="*/ 237 h 474"/>
              <a:gd name="T76" fmla="*/ 397 w 840"/>
              <a:gd name="T77" fmla="*/ 228 h 474"/>
              <a:gd name="T78" fmla="*/ 399 w 840"/>
              <a:gd name="T79" fmla="*/ 227 h 474"/>
              <a:gd name="T80" fmla="*/ 418 w 840"/>
              <a:gd name="T81" fmla="*/ 223 h 474"/>
              <a:gd name="T82" fmla="*/ 492 w 840"/>
              <a:gd name="T83" fmla="*/ 215 h 474"/>
              <a:gd name="T84" fmla="*/ 796 w 840"/>
              <a:gd name="T85" fmla="*/ 389 h 474"/>
              <a:gd name="T86" fmla="*/ 757 w 840"/>
              <a:gd name="T87" fmla="*/ 389 h 474"/>
              <a:gd name="T88" fmla="*/ 840 w 840"/>
              <a:gd name="T89" fmla="*/ 474 h 4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840" h="474">
                <a:moveTo>
                  <a:pt x="840" y="474"/>
                </a:moveTo>
                <a:cubicBezTo>
                  <a:pt x="819" y="357"/>
                  <a:pt x="819" y="357"/>
                  <a:pt x="819" y="357"/>
                </a:cubicBezTo>
                <a:cubicBezTo>
                  <a:pt x="803" y="386"/>
                  <a:pt x="803" y="386"/>
                  <a:pt x="803" y="386"/>
                </a:cubicBezTo>
                <a:cubicBezTo>
                  <a:pt x="748" y="265"/>
                  <a:pt x="627" y="181"/>
                  <a:pt x="486" y="181"/>
                </a:cubicBezTo>
                <a:cubicBezTo>
                  <a:pt x="463" y="181"/>
                  <a:pt x="440" y="183"/>
                  <a:pt x="417" y="188"/>
                </a:cubicBezTo>
                <a:cubicBezTo>
                  <a:pt x="407" y="82"/>
                  <a:pt x="318" y="0"/>
                  <a:pt x="209" y="0"/>
                </a:cubicBezTo>
                <a:cubicBezTo>
                  <a:pt x="94" y="0"/>
                  <a:pt x="0" y="93"/>
                  <a:pt x="0" y="209"/>
                </a:cubicBezTo>
                <a:cubicBezTo>
                  <a:pt x="0" y="307"/>
                  <a:pt x="68" y="389"/>
                  <a:pt x="160" y="412"/>
                </a:cubicBezTo>
                <a:cubicBezTo>
                  <a:pt x="164" y="413"/>
                  <a:pt x="169" y="414"/>
                  <a:pt x="174" y="415"/>
                </a:cubicBezTo>
                <a:cubicBezTo>
                  <a:pt x="176" y="411"/>
                  <a:pt x="177" y="408"/>
                  <a:pt x="179" y="405"/>
                </a:cubicBezTo>
                <a:cubicBezTo>
                  <a:pt x="180" y="403"/>
                  <a:pt x="181" y="401"/>
                  <a:pt x="183" y="398"/>
                </a:cubicBezTo>
                <a:cubicBezTo>
                  <a:pt x="184" y="397"/>
                  <a:pt x="185" y="395"/>
                  <a:pt x="186" y="393"/>
                </a:cubicBezTo>
                <a:cubicBezTo>
                  <a:pt x="188" y="390"/>
                  <a:pt x="190" y="386"/>
                  <a:pt x="192" y="383"/>
                </a:cubicBezTo>
                <a:cubicBezTo>
                  <a:pt x="193" y="381"/>
                  <a:pt x="194" y="380"/>
                  <a:pt x="195" y="378"/>
                </a:cubicBezTo>
                <a:cubicBezTo>
                  <a:pt x="196" y="376"/>
                  <a:pt x="198" y="374"/>
                  <a:pt x="199" y="371"/>
                </a:cubicBezTo>
                <a:cubicBezTo>
                  <a:pt x="201" y="369"/>
                  <a:pt x="203" y="366"/>
                  <a:pt x="205" y="363"/>
                </a:cubicBezTo>
                <a:cubicBezTo>
                  <a:pt x="206" y="361"/>
                  <a:pt x="208" y="359"/>
                  <a:pt x="209" y="357"/>
                </a:cubicBezTo>
                <a:cubicBezTo>
                  <a:pt x="211" y="355"/>
                  <a:pt x="212" y="354"/>
                  <a:pt x="213" y="352"/>
                </a:cubicBezTo>
                <a:cubicBezTo>
                  <a:pt x="215" y="349"/>
                  <a:pt x="218" y="346"/>
                  <a:pt x="221" y="343"/>
                </a:cubicBezTo>
                <a:cubicBezTo>
                  <a:pt x="222" y="341"/>
                  <a:pt x="223" y="340"/>
                  <a:pt x="224" y="338"/>
                </a:cubicBezTo>
                <a:cubicBezTo>
                  <a:pt x="226" y="336"/>
                  <a:pt x="228" y="334"/>
                  <a:pt x="229" y="332"/>
                </a:cubicBezTo>
                <a:cubicBezTo>
                  <a:pt x="231" y="331"/>
                  <a:pt x="232" y="330"/>
                  <a:pt x="233" y="328"/>
                </a:cubicBezTo>
                <a:cubicBezTo>
                  <a:pt x="236" y="325"/>
                  <a:pt x="239" y="322"/>
                  <a:pt x="242" y="319"/>
                </a:cubicBezTo>
                <a:cubicBezTo>
                  <a:pt x="243" y="318"/>
                  <a:pt x="244" y="317"/>
                  <a:pt x="245" y="316"/>
                </a:cubicBezTo>
                <a:cubicBezTo>
                  <a:pt x="249" y="312"/>
                  <a:pt x="252" y="309"/>
                  <a:pt x="255" y="306"/>
                </a:cubicBezTo>
                <a:cubicBezTo>
                  <a:pt x="256" y="305"/>
                  <a:pt x="257" y="304"/>
                  <a:pt x="258" y="303"/>
                </a:cubicBezTo>
                <a:cubicBezTo>
                  <a:pt x="261" y="301"/>
                  <a:pt x="263" y="300"/>
                  <a:pt x="265" y="298"/>
                </a:cubicBezTo>
                <a:cubicBezTo>
                  <a:pt x="266" y="297"/>
                  <a:pt x="267" y="296"/>
                  <a:pt x="268" y="296"/>
                </a:cubicBezTo>
                <a:cubicBezTo>
                  <a:pt x="271" y="292"/>
                  <a:pt x="275" y="289"/>
                  <a:pt x="279" y="286"/>
                </a:cubicBezTo>
                <a:cubicBezTo>
                  <a:pt x="280" y="285"/>
                  <a:pt x="281" y="285"/>
                  <a:pt x="282" y="284"/>
                </a:cubicBezTo>
                <a:cubicBezTo>
                  <a:pt x="290" y="279"/>
                  <a:pt x="297" y="273"/>
                  <a:pt x="305" y="268"/>
                </a:cubicBezTo>
                <a:cubicBezTo>
                  <a:pt x="306" y="268"/>
                  <a:pt x="306" y="268"/>
                  <a:pt x="307" y="267"/>
                </a:cubicBezTo>
                <a:cubicBezTo>
                  <a:pt x="312" y="264"/>
                  <a:pt x="317" y="261"/>
                  <a:pt x="322" y="259"/>
                </a:cubicBezTo>
                <a:cubicBezTo>
                  <a:pt x="322" y="258"/>
                  <a:pt x="323" y="258"/>
                  <a:pt x="324" y="258"/>
                </a:cubicBezTo>
                <a:cubicBezTo>
                  <a:pt x="332" y="253"/>
                  <a:pt x="341" y="249"/>
                  <a:pt x="350" y="245"/>
                </a:cubicBezTo>
                <a:cubicBezTo>
                  <a:pt x="350" y="245"/>
                  <a:pt x="350" y="244"/>
                  <a:pt x="351" y="244"/>
                </a:cubicBezTo>
                <a:cubicBezTo>
                  <a:pt x="357" y="242"/>
                  <a:pt x="362" y="239"/>
                  <a:pt x="368" y="237"/>
                </a:cubicBezTo>
                <a:cubicBezTo>
                  <a:pt x="368" y="237"/>
                  <a:pt x="369" y="237"/>
                  <a:pt x="369" y="237"/>
                </a:cubicBezTo>
                <a:cubicBezTo>
                  <a:pt x="378" y="234"/>
                  <a:pt x="388" y="230"/>
                  <a:pt x="397" y="228"/>
                </a:cubicBezTo>
                <a:cubicBezTo>
                  <a:pt x="398" y="228"/>
                  <a:pt x="398" y="228"/>
                  <a:pt x="399" y="227"/>
                </a:cubicBezTo>
                <a:cubicBezTo>
                  <a:pt x="405" y="226"/>
                  <a:pt x="411" y="224"/>
                  <a:pt x="418" y="223"/>
                </a:cubicBezTo>
                <a:cubicBezTo>
                  <a:pt x="442" y="218"/>
                  <a:pt x="466" y="215"/>
                  <a:pt x="492" y="215"/>
                </a:cubicBezTo>
                <a:cubicBezTo>
                  <a:pt x="621" y="215"/>
                  <a:pt x="735" y="285"/>
                  <a:pt x="796" y="389"/>
                </a:cubicBezTo>
                <a:cubicBezTo>
                  <a:pt x="757" y="389"/>
                  <a:pt x="757" y="389"/>
                  <a:pt x="757" y="389"/>
                </a:cubicBezTo>
                <a:lnTo>
                  <a:pt x="840" y="47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" name="Freeform 9"/>
          <p:cNvSpPr/>
          <p:nvPr/>
        </p:nvSpPr>
        <p:spPr bwMode="auto">
          <a:xfrm>
            <a:off x="7108825" y="1150385"/>
            <a:ext cx="1397000" cy="2451857"/>
          </a:xfrm>
          <a:custGeom>
            <a:avLst/>
            <a:gdLst>
              <a:gd name="T0" fmla="*/ 0 w 478"/>
              <a:gd name="T1" fmla="*/ 839 h 839"/>
              <a:gd name="T2" fmla="*/ 117 w 478"/>
              <a:gd name="T3" fmla="*/ 818 h 839"/>
              <a:gd name="T4" fmla="*/ 88 w 478"/>
              <a:gd name="T5" fmla="*/ 802 h 839"/>
              <a:gd name="T6" fmla="*/ 295 w 478"/>
              <a:gd name="T7" fmla="*/ 487 h 839"/>
              <a:gd name="T8" fmla="*/ 288 w 478"/>
              <a:gd name="T9" fmla="*/ 418 h 839"/>
              <a:gd name="T10" fmla="*/ 477 w 478"/>
              <a:gd name="T11" fmla="*/ 211 h 839"/>
              <a:gd name="T12" fmla="*/ 269 w 478"/>
              <a:gd name="T13" fmla="*/ 1 h 839"/>
              <a:gd name="T14" fmla="*/ 66 w 478"/>
              <a:gd name="T15" fmla="*/ 159 h 839"/>
              <a:gd name="T16" fmla="*/ 62 w 478"/>
              <a:gd name="T17" fmla="*/ 174 h 839"/>
              <a:gd name="T18" fmla="*/ 72 w 478"/>
              <a:gd name="T19" fmla="*/ 178 h 839"/>
              <a:gd name="T20" fmla="*/ 79 w 478"/>
              <a:gd name="T21" fmla="*/ 182 h 839"/>
              <a:gd name="T22" fmla="*/ 84 w 478"/>
              <a:gd name="T23" fmla="*/ 185 h 839"/>
              <a:gd name="T24" fmla="*/ 94 w 478"/>
              <a:gd name="T25" fmla="*/ 191 h 839"/>
              <a:gd name="T26" fmla="*/ 99 w 478"/>
              <a:gd name="T27" fmla="*/ 194 h 839"/>
              <a:gd name="T28" fmla="*/ 106 w 478"/>
              <a:gd name="T29" fmla="*/ 198 h 839"/>
              <a:gd name="T30" fmla="*/ 114 w 478"/>
              <a:gd name="T31" fmla="*/ 204 h 839"/>
              <a:gd name="T32" fmla="*/ 120 w 478"/>
              <a:gd name="T33" fmla="*/ 209 h 839"/>
              <a:gd name="T34" fmla="*/ 125 w 478"/>
              <a:gd name="T35" fmla="*/ 212 h 839"/>
              <a:gd name="T36" fmla="*/ 134 w 478"/>
              <a:gd name="T37" fmla="*/ 220 h 839"/>
              <a:gd name="T38" fmla="*/ 139 w 478"/>
              <a:gd name="T39" fmla="*/ 224 h 839"/>
              <a:gd name="T40" fmla="*/ 145 w 478"/>
              <a:gd name="T41" fmla="*/ 229 h 839"/>
              <a:gd name="T42" fmla="*/ 148 w 478"/>
              <a:gd name="T43" fmla="*/ 233 h 839"/>
              <a:gd name="T44" fmla="*/ 158 w 478"/>
              <a:gd name="T45" fmla="*/ 242 h 839"/>
              <a:gd name="T46" fmla="*/ 161 w 478"/>
              <a:gd name="T47" fmla="*/ 245 h 839"/>
              <a:gd name="T48" fmla="*/ 171 w 478"/>
              <a:gd name="T49" fmla="*/ 255 h 839"/>
              <a:gd name="T50" fmla="*/ 173 w 478"/>
              <a:gd name="T51" fmla="*/ 258 h 839"/>
              <a:gd name="T52" fmla="*/ 179 w 478"/>
              <a:gd name="T53" fmla="*/ 265 h 839"/>
              <a:gd name="T54" fmla="*/ 181 w 478"/>
              <a:gd name="T55" fmla="*/ 267 h 839"/>
              <a:gd name="T56" fmla="*/ 190 w 478"/>
              <a:gd name="T57" fmla="*/ 279 h 839"/>
              <a:gd name="T58" fmla="*/ 193 w 478"/>
              <a:gd name="T59" fmla="*/ 282 h 839"/>
              <a:gd name="T60" fmla="*/ 208 w 478"/>
              <a:gd name="T61" fmla="*/ 305 h 839"/>
              <a:gd name="T62" fmla="*/ 209 w 478"/>
              <a:gd name="T63" fmla="*/ 307 h 839"/>
              <a:gd name="T64" fmla="*/ 218 w 478"/>
              <a:gd name="T65" fmla="*/ 322 h 839"/>
              <a:gd name="T66" fmla="*/ 219 w 478"/>
              <a:gd name="T67" fmla="*/ 324 h 839"/>
              <a:gd name="T68" fmla="*/ 231 w 478"/>
              <a:gd name="T69" fmla="*/ 350 h 839"/>
              <a:gd name="T70" fmla="*/ 232 w 478"/>
              <a:gd name="T71" fmla="*/ 351 h 839"/>
              <a:gd name="T72" fmla="*/ 239 w 478"/>
              <a:gd name="T73" fmla="*/ 368 h 839"/>
              <a:gd name="T74" fmla="*/ 239 w 478"/>
              <a:gd name="T75" fmla="*/ 369 h 839"/>
              <a:gd name="T76" fmla="*/ 248 w 478"/>
              <a:gd name="T77" fmla="*/ 397 h 839"/>
              <a:gd name="T78" fmla="*/ 249 w 478"/>
              <a:gd name="T79" fmla="*/ 399 h 839"/>
              <a:gd name="T80" fmla="*/ 253 w 478"/>
              <a:gd name="T81" fmla="*/ 418 h 839"/>
              <a:gd name="T82" fmla="*/ 261 w 478"/>
              <a:gd name="T83" fmla="*/ 492 h 839"/>
              <a:gd name="T84" fmla="*/ 85 w 478"/>
              <a:gd name="T85" fmla="*/ 795 h 839"/>
              <a:gd name="T86" fmla="*/ 85 w 478"/>
              <a:gd name="T87" fmla="*/ 757 h 839"/>
              <a:gd name="T88" fmla="*/ 0 w 478"/>
              <a:gd name="T89" fmla="*/ 839 h 8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478" h="839">
                <a:moveTo>
                  <a:pt x="0" y="839"/>
                </a:moveTo>
                <a:cubicBezTo>
                  <a:pt x="117" y="818"/>
                  <a:pt x="117" y="818"/>
                  <a:pt x="117" y="818"/>
                </a:cubicBezTo>
                <a:cubicBezTo>
                  <a:pt x="88" y="802"/>
                  <a:pt x="88" y="802"/>
                  <a:pt x="88" y="802"/>
                </a:cubicBezTo>
                <a:cubicBezTo>
                  <a:pt x="210" y="748"/>
                  <a:pt x="294" y="628"/>
                  <a:pt x="295" y="487"/>
                </a:cubicBezTo>
                <a:cubicBezTo>
                  <a:pt x="295" y="463"/>
                  <a:pt x="293" y="440"/>
                  <a:pt x="288" y="418"/>
                </a:cubicBezTo>
                <a:cubicBezTo>
                  <a:pt x="394" y="408"/>
                  <a:pt x="477" y="319"/>
                  <a:pt x="477" y="211"/>
                </a:cubicBezTo>
                <a:cubicBezTo>
                  <a:pt x="478" y="95"/>
                  <a:pt x="385" y="1"/>
                  <a:pt x="269" y="1"/>
                </a:cubicBezTo>
                <a:cubicBezTo>
                  <a:pt x="171" y="0"/>
                  <a:pt x="88" y="68"/>
                  <a:pt x="66" y="159"/>
                </a:cubicBezTo>
                <a:cubicBezTo>
                  <a:pt x="64" y="164"/>
                  <a:pt x="63" y="169"/>
                  <a:pt x="62" y="174"/>
                </a:cubicBezTo>
                <a:cubicBezTo>
                  <a:pt x="66" y="175"/>
                  <a:pt x="69" y="177"/>
                  <a:pt x="72" y="178"/>
                </a:cubicBezTo>
                <a:cubicBezTo>
                  <a:pt x="74" y="180"/>
                  <a:pt x="76" y="181"/>
                  <a:pt x="79" y="182"/>
                </a:cubicBezTo>
                <a:cubicBezTo>
                  <a:pt x="80" y="183"/>
                  <a:pt x="82" y="184"/>
                  <a:pt x="84" y="185"/>
                </a:cubicBezTo>
                <a:cubicBezTo>
                  <a:pt x="87" y="187"/>
                  <a:pt x="91" y="189"/>
                  <a:pt x="94" y="191"/>
                </a:cubicBezTo>
                <a:cubicBezTo>
                  <a:pt x="96" y="192"/>
                  <a:pt x="97" y="193"/>
                  <a:pt x="99" y="194"/>
                </a:cubicBezTo>
                <a:cubicBezTo>
                  <a:pt x="101" y="196"/>
                  <a:pt x="103" y="197"/>
                  <a:pt x="106" y="198"/>
                </a:cubicBezTo>
                <a:cubicBezTo>
                  <a:pt x="108" y="200"/>
                  <a:pt x="111" y="202"/>
                  <a:pt x="114" y="204"/>
                </a:cubicBezTo>
                <a:cubicBezTo>
                  <a:pt x="116" y="206"/>
                  <a:pt x="118" y="207"/>
                  <a:pt x="120" y="209"/>
                </a:cubicBezTo>
                <a:cubicBezTo>
                  <a:pt x="122" y="210"/>
                  <a:pt x="123" y="211"/>
                  <a:pt x="125" y="212"/>
                </a:cubicBezTo>
                <a:cubicBezTo>
                  <a:pt x="128" y="215"/>
                  <a:pt x="131" y="218"/>
                  <a:pt x="134" y="220"/>
                </a:cubicBezTo>
                <a:cubicBezTo>
                  <a:pt x="136" y="221"/>
                  <a:pt x="137" y="223"/>
                  <a:pt x="139" y="224"/>
                </a:cubicBezTo>
                <a:cubicBezTo>
                  <a:pt x="141" y="226"/>
                  <a:pt x="143" y="227"/>
                  <a:pt x="145" y="229"/>
                </a:cubicBezTo>
                <a:cubicBezTo>
                  <a:pt x="146" y="230"/>
                  <a:pt x="147" y="231"/>
                  <a:pt x="148" y="233"/>
                </a:cubicBezTo>
                <a:cubicBezTo>
                  <a:pt x="152" y="236"/>
                  <a:pt x="155" y="239"/>
                  <a:pt x="158" y="242"/>
                </a:cubicBezTo>
                <a:cubicBezTo>
                  <a:pt x="159" y="243"/>
                  <a:pt x="160" y="244"/>
                  <a:pt x="161" y="245"/>
                </a:cubicBezTo>
                <a:cubicBezTo>
                  <a:pt x="164" y="248"/>
                  <a:pt x="168" y="252"/>
                  <a:pt x="171" y="255"/>
                </a:cubicBezTo>
                <a:cubicBezTo>
                  <a:pt x="172" y="256"/>
                  <a:pt x="172" y="257"/>
                  <a:pt x="173" y="258"/>
                </a:cubicBezTo>
                <a:cubicBezTo>
                  <a:pt x="175" y="260"/>
                  <a:pt x="177" y="263"/>
                  <a:pt x="179" y="265"/>
                </a:cubicBezTo>
                <a:cubicBezTo>
                  <a:pt x="180" y="266"/>
                  <a:pt x="180" y="267"/>
                  <a:pt x="181" y="267"/>
                </a:cubicBezTo>
                <a:cubicBezTo>
                  <a:pt x="184" y="271"/>
                  <a:pt x="187" y="275"/>
                  <a:pt x="190" y="279"/>
                </a:cubicBezTo>
                <a:cubicBezTo>
                  <a:pt x="191" y="280"/>
                  <a:pt x="192" y="281"/>
                  <a:pt x="193" y="282"/>
                </a:cubicBezTo>
                <a:cubicBezTo>
                  <a:pt x="198" y="290"/>
                  <a:pt x="203" y="297"/>
                  <a:pt x="208" y="305"/>
                </a:cubicBezTo>
                <a:cubicBezTo>
                  <a:pt x="208" y="306"/>
                  <a:pt x="209" y="306"/>
                  <a:pt x="209" y="307"/>
                </a:cubicBezTo>
                <a:cubicBezTo>
                  <a:pt x="212" y="312"/>
                  <a:pt x="215" y="317"/>
                  <a:pt x="218" y="322"/>
                </a:cubicBezTo>
                <a:cubicBezTo>
                  <a:pt x="218" y="322"/>
                  <a:pt x="218" y="323"/>
                  <a:pt x="219" y="324"/>
                </a:cubicBezTo>
                <a:cubicBezTo>
                  <a:pt x="223" y="332"/>
                  <a:pt x="228" y="341"/>
                  <a:pt x="231" y="350"/>
                </a:cubicBezTo>
                <a:cubicBezTo>
                  <a:pt x="232" y="350"/>
                  <a:pt x="232" y="351"/>
                  <a:pt x="232" y="351"/>
                </a:cubicBezTo>
                <a:cubicBezTo>
                  <a:pt x="234" y="357"/>
                  <a:pt x="237" y="362"/>
                  <a:pt x="239" y="368"/>
                </a:cubicBezTo>
                <a:cubicBezTo>
                  <a:pt x="239" y="369"/>
                  <a:pt x="239" y="369"/>
                  <a:pt x="239" y="369"/>
                </a:cubicBezTo>
                <a:cubicBezTo>
                  <a:pt x="243" y="378"/>
                  <a:pt x="246" y="388"/>
                  <a:pt x="248" y="397"/>
                </a:cubicBezTo>
                <a:cubicBezTo>
                  <a:pt x="248" y="398"/>
                  <a:pt x="249" y="398"/>
                  <a:pt x="249" y="399"/>
                </a:cubicBezTo>
                <a:cubicBezTo>
                  <a:pt x="250" y="405"/>
                  <a:pt x="252" y="412"/>
                  <a:pt x="253" y="418"/>
                </a:cubicBezTo>
                <a:cubicBezTo>
                  <a:pt x="258" y="442"/>
                  <a:pt x="261" y="467"/>
                  <a:pt x="261" y="492"/>
                </a:cubicBezTo>
                <a:cubicBezTo>
                  <a:pt x="260" y="622"/>
                  <a:pt x="190" y="734"/>
                  <a:pt x="85" y="795"/>
                </a:cubicBezTo>
                <a:cubicBezTo>
                  <a:pt x="85" y="757"/>
                  <a:pt x="85" y="757"/>
                  <a:pt x="85" y="757"/>
                </a:cubicBezTo>
                <a:lnTo>
                  <a:pt x="0" y="83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8442" name="Freeform 10"/>
          <p:cNvSpPr/>
          <p:nvPr/>
        </p:nvSpPr>
        <p:spPr bwMode="auto">
          <a:xfrm>
            <a:off x="6026150" y="3157606"/>
            <a:ext cx="2487613" cy="1329147"/>
          </a:xfrm>
          <a:custGeom>
            <a:avLst/>
            <a:gdLst>
              <a:gd name="T0" fmla="*/ 0 w 852"/>
              <a:gd name="T1" fmla="*/ 0 h 455"/>
              <a:gd name="T2" fmla="*/ 25 w 852"/>
              <a:gd name="T3" fmla="*/ 115 h 455"/>
              <a:gd name="T4" fmla="*/ 40 w 852"/>
              <a:gd name="T5" fmla="*/ 87 h 455"/>
              <a:gd name="T6" fmla="*/ 364 w 852"/>
              <a:gd name="T7" fmla="*/ 280 h 455"/>
              <a:gd name="T8" fmla="*/ 432 w 852"/>
              <a:gd name="T9" fmla="*/ 271 h 455"/>
              <a:gd name="T10" fmla="*/ 647 w 852"/>
              <a:gd name="T11" fmla="*/ 451 h 455"/>
              <a:gd name="T12" fmla="*/ 848 w 852"/>
              <a:gd name="T13" fmla="*/ 235 h 455"/>
              <a:gd name="T14" fmla="*/ 682 w 852"/>
              <a:gd name="T15" fmla="*/ 38 h 455"/>
              <a:gd name="T16" fmla="*/ 667 w 852"/>
              <a:gd name="T17" fmla="*/ 35 h 455"/>
              <a:gd name="T18" fmla="*/ 662 w 852"/>
              <a:gd name="T19" fmla="*/ 45 h 455"/>
              <a:gd name="T20" fmla="*/ 659 w 852"/>
              <a:gd name="T21" fmla="*/ 52 h 455"/>
              <a:gd name="T22" fmla="*/ 656 w 852"/>
              <a:gd name="T23" fmla="*/ 57 h 455"/>
              <a:gd name="T24" fmla="*/ 651 w 852"/>
              <a:gd name="T25" fmla="*/ 67 h 455"/>
              <a:gd name="T26" fmla="*/ 648 w 852"/>
              <a:gd name="T27" fmla="*/ 73 h 455"/>
              <a:gd name="T28" fmla="*/ 644 w 852"/>
              <a:gd name="T29" fmla="*/ 79 h 455"/>
              <a:gd name="T30" fmla="*/ 638 w 852"/>
              <a:gd name="T31" fmla="*/ 88 h 455"/>
              <a:gd name="T32" fmla="*/ 634 w 852"/>
              <a:gd name="T33" fmla="*/ 94 h 455"/>
              <a:gd name="T34" fmla="*/ 631 w 852"/>
              <a:gd name="T35" fmla="*/ 99 h 455"/>
              <a:gd name="T36" fmla="*/ 623 w 852"/>
              <a:gd name="T37" fmla="*/ 109 h 455"/>
              <a:gd name="T38" fmla="*/ 620 w 852"/>
              <a:gd name="T39" fmla="*/ 113 h 455"/>
              <a:gd name="T40" fmla="*/ 615 w 852"/>
              <a:gd name="T41" fmla="*/ 119 h 455"/>
              <a:gd name="T42" fmla="*/ 611 w 852"/>
              <a:gd name="T43" fmla="*/ 123 h 455"/>
              <a:gd name="T44" fmla="*/ 603 w 852"/>
              <a:gd name="T45" fmla="*/ 133 h 455"/>
              <a:gd name="T46" fmla="*/ 600 w 852"/>
              <a:gd name="T47" fmla="*/ 137 h 455"/>
              <a:gd name="T48" fmla="*/ 590 w 852"/>
              <a:gd name="T49" fmla="*/ 147 h 455"/>
              <a:gd name="T50" fmla="*/ 587 w 852"/>
              <a:gd name="T51" fmla="*/ 149 h 455"/>
              <a:gd name="T52" fmla="*/ 581 w 852"/>
              <a:gd name="T53" fmla="*/ 155 h 455"/>
              <a:gd name="T54" fmla="*/ 578 w 852"/>
              <a:gd name="T55" fmla="*/ 157 h 455"/>
              <a:gd name="T56" fmla="*/ 566 w 852"/>
              <a:gd name="T57" fmla="*/ 167 h 455"/>
              <a:gd name="T58" fmla="*/ 564 w 852"/>
              <a:gd name="T59" fmla="*/ 170 h 455"/>
              <a:gd name="T60" fmla="*/ 541 w 852"/>
              <a:gd name="T61" fmla="*/ 186 h 455"/>
              <a:gd name="T62" fmla="*/ 540 w 852"/>
              <a:gd name="T63" fmla="*/ 187 h 455"/>
              <a:gd name="T64" fmla="*/ 525 w 852"/>
              <a:gd name="T65" fmla="*/ 196 h 455"/>
              <a:gd name="T66" fmla="*/ 523 w 852"/>
              <a:gd name="T67" fmla="*/ 197 h 455"/>
              <a:gd name="T68" fmla="*/ 498 w 852"/>
              <a:gd name="T69" fmla="*/ 211 h 455"/>
              <a:gd name="T70" fmla="*/ 497 w 852"/>
              <a:gd name="T71" fmla="*/ 212 h 455"/>
              <a:gd name="T72" fmla="*/ 480 w 852"/>
              <a:gd name="T73" fmla="*/ 219 h 455"/>
              <a:gd name="T74" fmla="*/ 479 w 852"/>
              <a:gd name="T75" fmla="*/ 220 h 455"/>
              <a:gd name="T76" fmla="*/ 451 w 852"/>
              <a:gd name="T77" fmla="*/ 230 h 455"/>
              <a:gd name="T78" fmla="*/ 449 w 852"/>
              <a:gd name="T79" fmla="*/ 230 h 455"/>
              <a:gd name="T80" fmla="*/ 430 w 852"/>
              <a:gd name="T81" fmla="*/ 236 h 455"/>
              <a:gd name="T82" fmla="*/ 357 w 852"/>
              <a:gd name="T83" fmla="*/ 246 h 455"/>
              <a:gd name="T84" fmla="*/ 47 w 852"/>
              <a:gd name="T85" fmla="*/ 83 h 455"/>
              <a:gd name="T86" fmla="*/ 85 w 852"/>
              <a:gd name="T87" fmla="*/ 82 h 455"/>
              <a:gd name="T88" fmla="*/ 0 w 852"/>
              <a:gd name="T89" fmla="*/ 0 h 4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852" h="455">
                <a:moveTo>
                  <a:pt x="0" y="0"/>
                </a:moveTo>
                <a:cubicBezTo>
                  <a:pt x="25" y="115"/>
                  <a:pt x="25" y="115"/>
                  <a:pt x="25" y="115"/>
                </a:cubicBezTo>
                <a:cubicBezTo>
                  <a:pt x="40" y="87"/>
                  <a:pt x="40" y="87"/>
                  <a:pt x="40" y="87"/>
                </a:cubicBezTo>
                <a:cubicBezTo>
                  <a:pt x="98" y="205"/>
                  <a:pt x="223" y="285"/>
                  <a:pt x="364" y="280"/>
                </a:cubicBezTo>
                <a:cubicBezTo>
                  <a:pt x="387" y="279"/>
                  <a:pt x="410" y="276"/>
                  <a:pt x="432" y="271"/>
                </a:cubicBezTo>
                <a:cubicBezTo>
                  <a:pt x="447" y="376"/>
                  <a:pt x="539" y="455"/>
                  <a:pt x="647" y="451"/>
                </a:cubicBezTo>
                <a:cubicBezTo>
                  <a:pt x="762" y="447"/>
                  <a:pt x="852" y="350"/>
                  <a:pt x="848" y="235"/>
                </a:cubicBezTo>
                <a:cubicBezTo>
                  <a:pt x="845" y="137"/>
                  <a:pt x="774" y="57"/>
                  <a:pt x="682" y="38"/>
                </a:cubicBezTo>
                <a:cubicBezTo>
                  <a:pt x="677" y="37"/>
                  <a:pt x="672" y="36"/>
                  <a:pt x="667" y="35"/>
                </a:cubicBezTo>
                <a:cubicBezTo>
                  <a:pt x="665" y="38"/>
                  <a:pt x="664" y="42"/>
                  <a:pt x="662" y="45"/>
                </a:cubicBezTo>
                <a:cubicBezTo>
                  <a:pt x="661" y="47"/>
                  <a:pt x="660" y="49"/>
                  <a:pt x="659" y="52"/>
                </a:cubicBezTo>
                <a:cubicBezTo>
                  <a:pt x="658" y="53"/>
                  <a:pt x="657" y="55"/>
                  <a:pt x="656" y="57"/>
                </a:cubicBezTo>
                <a:cubicBezTo>
                  <a:pt x="655" y="61"/>
                  <a:pt x="653" y="64"/>
                  <a:pt x="651" y="67"/>
                </a:cubicBezTo>
                <a:cubicBezTo>
                  <a:pt x="650" y="69"/>
                  <a:pt x="649" y="71"/>
                  <a:pt x="648" y="73"/>
                </a:cubicBezTo>
                <a:cubicBezTo>
                  <a:pt x="646" y="75"/>
                  <a:pt x="645" y="77"/>
                  <a:pt x="644" y="79"/>
                </a:cubicBezTo>
                <a:cubicBezTo>
                  <a:pt x="642" y="82"/>
                  <a:pt x="640" y="85"/>
                  <a:pt x="638" y="88"/>
                </a:cubicBezTo>
                <a:cubicBezTo>
                  <a:pt x="637" y="90"/>
                  <a:pt x="635" y="92"/>
                  <a:pt x="634" y="94"/>
                </a:cubicBezTo>
                <a:cubicBezTo>
                  <a:pt x="633" y="96"/>
                  <a:pt x="632" y="97"/>
                  <a:pt x="631" y="99"/>
                </a:cubicBezTo>
                <a:cubicBezTo>
                  <a:pt x="628" y="102"/>
                  <a:pt x="626" y="106"/>
                  <a:pt x="623" y="109"/>
                </a:cubicBezTo>
                <a:cubicBezTo>
                  <a:pt x="622" y="110"/>
                  <a:pt x="621" y="112"/>
                  <a:pt x="620" y="113"/>
                </a:cubicBezTo>
                <a:cubicBezTo>
                  <a:pt x="618" y="115"/>
                  <a:pt x="617" y="117"/>
                  <a:pt x="615" y="119"/>
                </a:cubicBezTo>
                <a:cubicBezTo>
                  <a:pt x="614" y="121"/>
                  <a:pt x="613" y="122"/>
                  <a:pt x="611" y="123"/>
                </a:cubicBezTo>
                <a:cubicBezTo>
                  <a:pt x="609" y="127"/>
                  <a:pt x="606" y="130"/>
                  <a:pt x="603" y="133"/>
                </a:cubicBezTo>
                <a:cubicBezTo>
                  <a:pt x="602" y="134"/>
                  <a:pt x="601" y="135"/>
                  <a:pt x="600" y="137"/>
                </a:cubicBezTo>
                <a:cubicBezTo>
                  <a:pt x="596" y="140"/>
                  <a:pt x="593" y="143"/>
                  <a:pt x="590" y="147"/>
                </a:cubicBezTo>
                <a:cubicBezTo>
                  <a:pt x="589" y="147"/>
                  <a:pt x="588" y="148"/>
                  <a:pt x="587" y="149"/>
                </a:cubicBezTo>
                <a:cubicBezTo>
                  <a:pt x="585" y="151"/>
                  <a:pt x="583" y="153"/>
                  <a:pt x="581" y="155"/>
                </a:cubicBezTo>
                <a:cubicBezTo>
                  <a:pt x="580" y="156"/>
                  <a:pt x="579" y="157"/>
                  <a:pt x="578" y="157"/>
                </a:cubicBezTo>
                <a:cubicBezTo>
                  <a:pt x="574" y="161"/>
                  <a:pt x="570" y="164"/>
                  <a:pt x="566" y="167"/>
                </a:cubicBezTo>
                <a:cubicBezTo>
                  <a:pt x="566" y="168"/>
                  <a:pt x="565" y="169"/>
                  <a:pt x="564" y="170"/>
                </a:cubicBezTo>
                <a:cubicBezTo>
                  <a:pt x="556" y="175"/>
                  <a:pt x="549" y="181"/>
                  <a:pt x="541" y="186"/>
                </a:cubicBezTo>
                <a:cubicBezTo>
                  <a:pt x="541" y="186"/>
                  <a:pt x="540" y="187"/>
                  <a:pt x="540" y="187"/>
                </a:cubicBezTo>
                <a:cubicBezTo>
                  <a:pt x="535" y="190"/>
                  <a:pt x="530" y="193"/>
                  <a:pt x="525" y="196"/>
                </a:cubicBezTo>
                <a:cubicBezTo>
                  <a:pt x="525" y="197"/>
                  <a:pt x="524" y="197"/>
                  <a:pt x="523" y="197"/>
                </a:cubicBezTo>
                <a:cubicBezTo>
                  <a:pt x="515" y="202"/>
                  <a:pt x="507" y="207"/>
                  <a:pt x="498" y="211"/>
                </a:cubicBezTo>
                <a:cubicBezTo>
                  <a:pt x="497" y="211"/>
                  <a:pt x="497" y="212"/>
                  <a:pt x="497" y="212"/>
                </a:cubicBezTo>
                <a:cubicBezTo>
                  <a:pt x="491" y="214"/>
                  <a:pt x="485" y="217"/>
                  <a:pt x="480" y="219"/>
                </a:cubicBezTo>
                <a:cubicBezTo>
                  <a:pt x="479" y="219"/>
                  <a:pt x="479" y="220"/>
                  <a:pt x="479" y="220"/>
                </a:cubicBezTo>
                <a:cubicBezTo>
                  <a:pt x="470" y="223"/>
                  <a:pt x="460" y="227"/>
                  <a:pt x="451" y="230"/>
                </a:cubicBezTo>
                <a:cubicBezTo>
                  <a:pt x="450" y="230"/>
                  <a:pt x="450" y="230"/>
                  <a:pt x="449" y="230"/>
                </a:cubicBezTo>
                <a:cubicBezTo>
                  <a:pt x="443" y="232"/>
                  <a:pt x="437" y="234"/>
                  <a:pt x="430" y="236"/>
                </a:cubicBezTo>
                <a:cubicBezTo>
                  <a:pt x="407" y="242"/>
                  <a:pt x="382" y="245"/>
                  <a:pt x="357" y="246"/>
                </a:cubicBezTo>
                <a:cubicBezTo>
                  <a:pt x="227" y="251"/>
                  <a:pt x="112" y="185"/>
                  <a:pt x="47" y="83"/>
                </a:cubicBezTo>
                <a:cubicBezTo>
                  <a:pt x="85" y="82"/>
                  <a:pt x="85" y="82"/>
                  <a:pt x="85" y="8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4" name="Freeform 11"/>
          <p:cNvSpPr/>
          <p:nvPr/>
        </p:nvSpPr>
        <p:spPr bwMode="auto">
          <a:xfrm>
            <a:off x="5214939" y="2001549"/>
            <a:ext cx="1336675" cy="2485204"/>
          </a:xfrm>
          <a:custGeom>
            <a:avLst/>
            <a:gdLst>
              <a:gd name="T0" fmla="*/ 458 w 458"/>
              <a:gd name="T1" fmla="*/ 0 h 851"/>
              <a:gd name="T2" fmla="*/ 342 w 458"/>
              <a:gd name="T3" fmla="*/ 25 h 851"/>
              <a:gd name="T4" fmla="*/ 371 w 458"/>
              <a:gd name="T5" fmla="*/ 40 h 851"/>
              <a:gd name="T6" fmla="*/ 176 w 458"/>
              <a:gd name="T7" fmla="*/ 362 h 851"/>
              <a:gd name="T8" fmla="*/ 185 w 458"/>
              <a:gd name="T9" fmla="*/ 431 h 851"/>
              <a:gd name="T10" fmla="*/ 4 w 458"/>
              <a:gd name="T11" fmla="*/ 645 h 851"/>
              <a:gd name="T12" fmla="*/ 219 w 458"/>
              <a:gd name="T13" fmla="*/ 847 h 851"/>
              <a:gd name="T14" fmla="*/ 417 w 458"/>
              <a:gd name="T15" fmla="*/ 682 h 851"/>
              <a:gd name="T16" fmla="*/ 420 w 458"/>
              <a:gd name="T17" fmla="*/ 667 h 851"/>
              <a:gd name="T18" fmla="*/ 410 w 458"/>
              <a:gd name="T19" fmla="*/ 662 h 851"/>
              <a:gd name="T20" fmla="*/ 403 w 458"/>
              <a:gd name="T21" fmla="*/ 659 h 851"/>
              <a:gd name="T22" fmla="*/ 398 w 458"/>
              <a:gd name="T23" fmla="*/ 656 h 851"/>
              <a:gd name="T24" fmla="*/ 387 w 458"/>
              <a:gd name="T25" fmla="*/ 651 h 851"/>
              <a:gd name="T26" fmla="*/ 382 w 458"/>
              <a:gd name="T27" fmla="*/ 647 h 851"/>
              <a:gd name="T28" fmla="*/ 376 w 458"/>
              <a:gd name="T29" fmla="*/ 644 h 851"/>
              <a:gd name="T30" fmla="*/ 367 w 458"/>
              <a:gd name="T31" fmla="*/ 638 h 851"/>
              <a:gd name="T32" fmla="*/ 361 w 458"/>
              <a:gd name="T33" fmla="*/ 634 h 851"/>
              <a:gd name="T34" fmla="*/ 356 w 458"/>
              <a:gd name="T35" fmla="*/ 630 h 851"/>
              <a:gd name="T36" fmla="*/ 346 w 458"/>
              <a:gd name="T37" fmla="*/ 623 h 851"/>
              <a:gd name="T38" fmla="*/ 342 w 458"/>
              <a:gd name="T39" fmla="*/ 619 h 851"/>
              <a:gd name="T40" fmla="*/ 336 w 458"/>
              <a:gd name="T41" fmla="*/ 614 h 851"/>
              <a:gd name="T42" fmla="*/ 332 w 458"/>
              <a:gd name="T43" fmla="*/ 611 h 851"/>
              <a:gd name="T44" fmla="*/ 322 w 458"/>
              <a:gd name="T45" fmla="*/ 602 h 851"/>
              <a:gd name="T46" fmla="*/ 318 w 458"/>
              <a:gd name="T47" fmla="*/ 599 h 851"/>
              <a:gd name="T48" fmla="*/ 309 w 458"/>
              <a:gd name="T49" fmla="*/ 589 h 851"/>
              <a:gd name="T50" fmla="*/ 306 w 458"/>
              <a:gd name="T51" fmla="*/ 586 h 851"/>
              <a:gd name="T52" fmla="*/ 300 w 458"/>
              <a:gd name="T53" fmla="*/ 580 h 851"/>
              <a:gd name="T54" fmla="*/ 298 w 458"/>
              <a:gd name="T55" fmla="*/ 577 h 851"/>
              <a:gd name="T56" fmla="*/ 288 w 458"/>
              <a:gd name="T57" fmla="*/ 566 h 851"/>
              <a:gd name="T58" fmla="*/ 286 w 458"/>
              <a:gd name="T59" fmla="*/ 563 h 851"/>
              <a:gd name="T60" fmla="*/ 269 w 458"/>
              <a:gd name="T61" fmla="*/ 541 h 851"/>
              <a:gd name="T62" fmla="*/ 268 w 458"/>
              <a:gd name="T63" fmla="*/ 539 h 851"/>
              <a:gd name="T64" fmla="*/ 259 w 458"/>
              <a:gd name="T65" fmla="*/ 524 h 851"/>
              <a:gd name="T66" fmla="*/ 258 w 458"/>
              <a:gd name="T67" fmla="*/ 522 h 851"/>
              <a:gd name="T68" fmla="*/ 244 w 458"/>
              <a:gd name="T69" fmla="*/ 497 h 851"/>
              <a:gd name="T70" fmla="*/ 244 w 458"/>
              <a:gd name="T71" fmla="*/ 496 h 851"/>
              <a:gd name="T72" fmla="*/ 236 w 458"/>
              <a:gd name="T73" fmla="*/ 479 h 851"/>
              <a:gd name="T74" fmla="*/ 236 w 458"/>
              <a:gd name="T75" fmla="*/ 478 h 851"/>
              <a:gd name="T76" fmla="*/ 226 w 458"/>
              <a:gd name="T77" fmla="*/ 450 h 851"/>
              <a:gd name="T78" fmla="*/ 225 w 458"/>
              <a:gd name="T79" fmla="*/ 448 h 851"/>
              <a:gd name="T80" fmla="*/ 220 w 458"/>
              <a:gd name="T81" fmla="*/ 429 h 851"/>
              <a:gd name="T82" fmla="*/ 210 w 458"/>
              <a:gd name="T83" fmla="*/ 356 h 851"/>
              <a:gd name="T84" fmla="*/ 375 w 458"/>
              <a:gd name="T85" fmla="*/ 47 h 851"/>
              <a:gd name="T86" fmla="*/ 376 w 458"/>
              <a:gd name="T87" fmla="*/ 85 h 851"/>
              <a:gd name="T88" fmla="*/ 458 w 458"/>
              <a:gd name="T89" fmla="*/ 0 h 8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458" h="851">
                <a:moveTo>
                  <a:pt x="458" y="0"/>
                </a:moveTo>
                <a:cubicBezTo>
                  <a:pt x="342" y="25"/>
                  <a:pt x="342" y="25"/>
                  <a:pt x="342" y="25"/>
                </a:cubicBezTo>
                <a:cubicBezTo>
                  <a:pt x="371" y="40"/>
                  <a:pt x="371" y="40"/>
                  <a:pt x="371" y="40"/>
                </a:cubicBezTo>
                <a:cubicBezTo>
                  <a:pt x="252" y="98"/>
                  <a:pt x="172" y="221"/>
                  <a:pt x="176" y="362"/>
                </a:cubicBezTo>
                <a:cubicBezTo>
                  <a:pt x="177" y="386"/>
                  <a:pt x="180" y="409"/>
                  <a:pt x="185" y="431"/>
                </a:cubicBezTo>
                <a:cubicBezTo>
                  <a:pt x="80" y="445"/>
                  <a:pt x="0" y="537"/>
                  <a:pt x="4" y="645"/>
                </a:cubicBezTo>
                <a:cubicBezTo>
                  <a:pt x="7" y="760"/>
                  <a:pt x="104" y="851"/>
                  <a:pt x="219" y="847"/>
                </a:cubicBezTo>
                <a:cubicBezTo>
                  <a:pt x="317" y="844"/>
                  <a:pt x="397" y="774"/>
                  <a:pt x="417" y="682"/>
                </a:cubicBezTo>
                <a:cubicBezTo>
                  <a:pt x="418" y="677"/>
                  <a:pt x="419" y="672"/>
                  <a:pt x="420" y="667"/>
                </a:cubicBezTo>
                <a:cubicBezTo>
                  <a:pt x="416" y="665"/>
                  <a:pt x="413" y="664"/>
                  <a:pt x="410" y="662"/>
                </a:cubicBezTo>
                <a:cubicBezTo>
                  <a:pt x="408" y="661"/>
                  <a:pt x="405" y="660"/>
                  <a:pt x="403" y="659"/>
                </a:cubicBezTo>
                <a:cubicBezTo>
                  <a:pt x="401" y="658"/>
                  <a:pt x="399" y="657"/>
                  <a:pt x="398" y="656"/>
                </a:cubicBezTo>
                <a:cubicBezTo>
                  <a:pt x="394" y="654"/>
                  <a:pt x="391" y="652"/>
                  <a:pt x="387" y="651"/>
                </a:cubicBezTo>
                <a:cubicBezTo>
                  <a:pt x="386" y="650"/>
                  <a:pt x="384" y="649"/>
                  <a:pt x="382" y="647"/>
                </a:cubicBezTo>
                <a:cubicBezTo>
                  <a:pt x="380" y="646"/>
                  <a:pt x="378" y="645"/>
                  <a:pt x="376" y="644"/>
                </a:cubicBezTo>
                <a:cubicBezTo>
                  <a:pt x="373" y="642"/>
                  <a:pt x="370" y="640"/>
                  <a:pt x="367" y="638"/>
                </a:cubicBezTo>
                <a:cubicBezTo>
                  <a:pt x="365" y="636"/>
                  <a:pt x="363" y="635"/>
                  <a:pt x="361" y="634"/>
                </a:cubicBezTo>
                <a:cubicBezTo>
                  <a:pt x="359" y="632"/>
                  <a:pt x="357" y="631"/>
                  <a:pt x="356" y="630"/>
                </a:cubicBezTo>
                <a:cubicBezTo>
                  <a:pt x="353" y="628"/>
                  <a:pt x="349" y="625"/>
                  <a:pt x="346" y="623"/>
                </a:cubicBezTo>
                <a:cubicBezTo>
                  <a:pt x="345" y="622"/>
                  <a:pt x="343" y="621"/>
                  <a:pt x="342" y="619"/>
                </a:cubicBezTo>
                <a:cubicBezTo>
                  <a:pt x="340" y="618"/>
                  <a:pt x="338" y="616"/>
                  <a:pt x="336" y="614"/>
                </a:cubicBezTo>
                <a:cubicBezTo>
                  <a:pt x="334" y="613"/>
                  <a:pt x="333" y="612"/>
                  <a:pt x="332" y="611"/>
                </a:cubicBezTo>
                <a:cubicBezTo>
                  <a:pt x="328" y="608"/>
                  <a:pt x="325" y="605"/>
                  <a:pt x="322" y="602"/>
                </a:cubicBezTo>
                <a:cubicBezTo>
                  <a:pt x="321" y="601"/>
                  <a:pt x="320" y="600"/>
                  <a:pt x="318" y="599"/>
                </a:cubicBezTo>
                <a:cubicBezTo>
                  <a:pt x="315" y="596"/>
                  <a:pt x="312" y="593"/>
                  <a:pt x="309" y="589"/>
                </a:cubicBezTo>
                <a:cubicBezTo>
                  <a:pt x="308" y="588"/>
                  <a:pt x="307" y="587"/>
                  <a:pt x="306" y="586"/>
                </a:cubicBezTo>
                <a:cubicBezTo>
                  <a:pt x="304" y="584"/>
                  <a:pt x="302" y="582"/>
                  <a:pt x="300" y="580"/>
                </a:cubicBezTo>
                <a:cubicBezTo>
                  <a:pt x="299" y="579"/>
                  <a:pt x="298" y="578"/>
                  <a:pt x="298" y="577"/>
                </a:cubicBezTo>
                <a:cubicBezTo>
                  <a:pt x="294" y="574"/>
                  <a:pt x="291" y="570"/>
                  <a:pt x="288" y="566"/>
                </a:cubicBezTo>
                <a:cubicBezTo>
                  <a:pt x="287" y="565"/>
                  <a:pt x="286" y="564"/>
                  <a:pt x="286" y="563"/>
                </a:cubicBezTo>
                <a:cubicBezTo>
                  <a:pt x="280" y="556"/>
                  <a:pt x="274" y="548"/>
                  <a:pt x="269" y="541"/>
                </a:cubicBezTo>
                <a:cubicBezTo>
                  <a:pt x="269" y="540"/>
                  <a:pt x="268" y="539"/>
                  <a:pt x="268" y="539"/>
                </a:cubicBezTo>
                <a:cubicBezTo>
                  <a:pt x="265" y="534"/>
                  <a:pt x="262" y="529"/>
                  <a:pt x="259" y="524"/>
                </a:cubicBezTo>
                <a:cubicBezTo>
                  <a:pt x="259" y="524"/>
                  <a:pt x="258" y="523"/>
                  <a:pt x="258" y="522"/>
                </a:cubicBezTo>
                <a:cubicBezTo>
                  <a:pt x="253" y="514"/>
                  <a:pt x="249" y="506"/>
                  <a:pt x="244" y="497"/>
                </a:cubicBezTo>
                <a:cubicBezTo>
                  <a:pt x="244" y="497"/>
                  <a:pt x="244" y="496"/>
                  <a:pt x="244" y="496"/>
                </a:cubicBezTo>
                <a:cubicBezTo>
                  <a:pt x="241" y="490"/>
                  <a:pt x="239" y="484"/>
                  <a:pt x="236" y="479"/>
                </a:cubicBezTo>
                <a:cubicBezTo>
                  <a:pt x="236" y="478"/>
                  <a:pt x="236" y="478"/>
                  <a:pt x="236" y="478"/>
                </a:cubicBezTo>
                <a:cubicBezTo>
                  <a:pt x="232" y="469"/>
                  <a:pt x="229" y="459"/>
                  <a:pt x="226" y="450"/>
                </a:cubicBezTo>
                <a:cubicBezTo>
                  <a:pt x="226" y="449"/>
                  <a:pt x="226" y="449"/>
                  <a:pt x="225" y="448"/>
                </a:cubicBezTo>
                <a:cubicBezTo>
                  <a:pt x="223" y="442"/>
                  <a:pt x="222" y="436"/>
                  <a:pt x="220" y="429"/>
                </a:cubicBezTo>
                <a:cubicBezTo>
                  <a:pt x="214" y="406"/>
                  <a:pt x="211" y="381"/>
                  <a:pt x="210" y="356"/>
                </a:cubicBezTo>
                <a:cubicBezTo>
                  <a:pt x="206" y="226"/>
                  <a:pt x="272" y="111"/>
                  <a:pt x="375" y="47"/>
                </a:cubicBezTo>
                <a:cubicBezTo>
                  <a:pt x="376" y="85"/>
                  <a:pt x="376" y="85"/>
                  <a:pt x="376" y="85"/>
                </a:cubicBezTo>
                <a:lnTo>
                  <a:pt x="45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5" name="Oval 12"/>
          <p:cNvSpPr>
            <a:spLocks noChangeArrowheads="1"/>
          </p:cNvSpPr>
          <p:nvPr/>
        </p:nvSpPr>
        <p:spPr bwMode="auto">
          <a:xfrm>
            <a:off x="6283325" y="2277859"/>
            <a:ext cx="1074738" cy="1075069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6" name="Freeform 13"/>
          <p:cNvSpPr>
            <a:spLocks noEditPoints="1"/>
          </p:cNvSpPr>
          <p:nvPr/>
        </p:nvSpPr>
        <p:spPr bwMode="auto">
          <a:xfrm>
            <a:off x="7800975" y="3673701"/>
            <a:ext cx="266700" cy="300131"/>
          </a:xfrm>
          <a:custGeom>
            <a:avLst/>
            <a:gdLst>
              <a:gd name="T0" fmla="*/ 85 w 91"/>
              <a:gd name="T1" fmla="*/ 0 h 103"/>
              <a:gd name="T2" fmla="*/ 7 w 91"/>
              <a:gd name="T3" fmla="*/ 0 h 103"/>
              <a:gd name="T4" fmla="*/ 0 w 91"/>
              <a:gd name="T5" fmla="*/ 6 h 103"/>
              <a:gd name="T6" fmla="*/ 0 w 91"/>
              <a:gd name="T7" fmla="*/ 97 h 103"/>
              <a:gd name="T8" fmla="*/ 7 w 91"/>
              <a:gd name="T9" fmla="*/ 103 h 103"/>
              <a:gd name="T10" fmla="*/ 85 w 91"/>
              <a:gd name="T11" fmla="*/ 103 h 103"/>
              <a:gd name="T12" fmla="*/ 91 w 91"/>
              <a:gd name="T13" fmla="*/ 97 h 103"/>
              <a:gd name="T14" fmla="*/ 91 w 91"/>
              <a:gd name="T15" fmla="*/ 6 h 103"/>
              <a:gd name="T16" fmla="*/ 85 w 91"/>
              <a:gd name="T17" fmla="*/ 0 h 103"/>
              <a:gd name="T18" fmla="*/ 13 w 91"/>
              <a:gd name="T19" fmla="*/ 6 h 103"/>
              <a:gd name="T20" fmla="*/ 20 w 91"/>
              <a:gd name="T21" fmla="*/ 13 h 103"/>
              <a:gd name="T22" fmla="*/ 13 w 91"/>
              <a:gd name="T23" fmla="*/ 19 h 103"/>
              <a:gd name="T24" fmla="*/ 7 w 91"/>
              <a:gd name="T25" fmla="*/ 13 h 103"/>
              <a:gd name="T26" fmla="*/ 13 w 91"/>
              <a:gd name="T27" fmla="*/ 6 h 103"/>
              <a:gd name="T28" fmla="*/ 85 w 91"/>
              <a:gd name="T29" fmla="*/ 97 h 103"/>
              <a:gd name="T30" fmla="*/ 7 w 91"/>
              <a:gd name="T31" fmla="*/ 97 h 103"/>
              <a:gd name="T32" fmla="*/ 7 w 91"/>
              <a:gd name="T33" fmla="*/ 26 h 103"/>
              <a:gd name="T34" fmla="*/ 85 w 91"/>
              <a:gd name="T35" fmla="*/ 26 h 103"/>
              <a:gd name="T36" fmla="*/ 85 w 91"/>
              <a:gd name="T37" fmla="*/ 97 h 103"/>
              <a:gd name="T38" fmla="*/ 78 w 91"/>
              <a:gd name="T39" fmla="*/ 19 h 103"/>
              <a:gd name="T40" fmla="*/ 72 w 91"/>
              <a:gd name="T41" fmla="*/ 13 h 103"/>
              <a:gd name="T42" fmla="*/ 78 w 91"/>
              <a:gd name="T43" fmla="*/ 6 h 103"/>
              <a:gd name="T44" fmla="*/ 85 w 91"/>
              <a:gd name="T45" fmla="*/ 13 h 103"/>
              <a:gd name="T46" fmla="*/ 78 w 91"/>
              <a:gd name="T47" fmla="*/ 19 h 103"/>
              <a:gd name="T48" fmla="*/ 13 w 91"/>
              <a:gd name="T49" fmla="*/ 42 h 103"/>
              <a:gd name="T50" fmla="*/ 17 w 91"/>
              <a:gd name="T51" fmla="*/ 39 h 103"/>
              <a:gd name="T52" fmla="*/ 75 w 91"/>
              <a:gd name="T53" fmla="*/ 39 h 103"/>
              <a:gd name="T54" fmla="*/ 78 w 91"/>
              <a:gd name="T55" fmla="*/ 42 h 103"/>
              <a:gd name="T56" fmla="*/ 75 w 91"/>
              <a:gd name="T57" fmla="*/ 45 h 103"/>
              <a:gd name="T58" fmla="*/ 17 w 91"/>
              <a:gd name="T59" fmla="*/ 45 h 103"/>
              <a:gd name="T60" fmla="*/ 13 w 91"/>
              <a:gd name="T61" fmla="*/ 42 h 103"/>
              <a:gd name="T62" fmla="*/ 13 w 91"/>
              <a:gd name="T63" fmla="*/ 61 h 103"/>
              <a:gd name="T64" fmla="*/ 17 w 91"/>
              <a:gd name="T65" fmla="*/ 58 h 103"/>
              <a:gd name="T66" fmla="*/ 75 w 91"/>
              <a:gd name="T67" fmla="*/ 58 h 103"/>
              <a:gd name="T68" fmla="*/ 78 w 91"/>
              <a:gd name="T69" fmla="*/ 61 h 103"/>
              <a:gd name="T70" fmla="*/ 75 w 91"/>
              <a:gd name="T71" fmla="*/ 65 h 103"/>
              <a:gd name="T72" fmla="*/ 17 w 91"/>
              <a:gd name="T73" fmla="*/ 65 h 103"/>
              <a:gd name="T74" fmla="*/ 13 w 91"/>
              <a:gd name="T75" fmla="*/ 61 h 103"/>
              <a:gd name="T76" fmla="*/ 13 w 91"/>
              <a:gd name="T77" fmla="*/ 81 h 103"/>
              <a:gd name="T78" fmla="*/ 17 w 91"/>
              <a:gd name="T79" fmla="*/ 77 h 103"/>
              <a:gd name="T80" fmla="*/ 75 w 91"/>
              <a:gd name="T81" fmla="*/ 77 h 103"/>
              <a:gd name="T82" fmla="*/ 78 w 91"/>
              <a:gd name="T83" fmla="*/ 81 h 103"/>
              <a:gd name="T84" fmla="*/ 75 w 91"/>
              <a:gd name="T85" fmla="*/ 84 h 103"/>
              <a:gd name="T86" fmla="*/ 17 w 91"/>
              <a:gd name="T87" fmla="*/ 84 h 103"/>
              <a:gd name="T88" fmla="*/ 13 w 91"/>
              <a:gd name="T89" fmla="*/ 81 h 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103">
                <a:moveTo>
                  <a:pt x="85" y="0"/>
                </a:moveTo>
                <a:cubicBezTo>
                  <a:pt x="7" y="0"/>
                  <a:pt x="7" y="0"/>
                  <a:pt x="7" y="0"/>
                </a:cubicBezTo>
                <a:cubicBezTo>
                  <a:pt x="3" y="0"/>
                  <a:pt x="0" y="3"/>
                  <a:pt x="0" y="6"/>
                </a:cubicBezTo>
                <a:cubicBezTo>
                  <a:pt x="0" y="97"/>
                  <a:pt x="0" y="97"/>
                  <a:pt x="0" y="97"/>
                </a:cubicBezTo>
                <a:cubicBezTo>
                  <a:pt x="0" y="100"/>
                  <a:pt x="3" y="103"/>
                  <a:pt x="7" y="103"/>
                </a:cubicBezTo>
                <a:cubicBezTo>
                  <a:pt x="85" y="103"/>
                  <a:pt x="85" y="103"/>
                  <a:pt x="85" y="103"/>
                </a:cubicBezTo>
                <a:cubicBezTo>
                  <a:pt x="88" y="103"/>
                  <a:pt x="91" y="100"/>
                  <a:pt x="91" y="97"/>
                </a:cubicBezTo>
                <a:cubicBezTo>
                  <a:pt x="91" y="6"/>
                  <a:pt x="91" y="6"/>
                  <a:pt x="91" y="6"/>
                </a:cubicBezTo>
                <a:cubicBezTo>
                  <a:pt x="91" y="3"/>
                  <a:pt x="88" y="0"/>
                  <a:pt x="85" y="0"/>
                </a:cubicBezTo>
                <a:close/>
                <a:moveTo>
                  <a:pt x="13" y="6"/>
                </a:moveTo>
                <a:cubicBezTo>
                  <a:pt x="17" y="6"/>
                  <a:pt x="20" y="9"/>
                  <a:pt x="20" y="13"/>
                </a:cubicBezTo>
                <a:cubicBezTo>
                  <a:pt x="20" y="16"/>
                  <a:pt x="17" y="19"/>
                  <a:pt x="13" y="19"/>
                </a:cubicBezTo>
                <a:cubicBezTo>
                  <a:pt x="10" y="19"/>
                  <a:pt x="7" y="16"/>
                  <a:pt x="7" y="13"/>
                </a:cubicBezTo>
                <a:cubicBezTo>
                  <a:pt x="7" y="9"/>
                  <a:pt x="10" y="6"/>
                  <a:pt x="13" y="6"/>
                </a:cubicBezTo>
                <a:close/>
                <a:moveTo>
                  <a:pt x="85" y="97"/>
                </a:moveTo>
                <a:cubicBezTo>
                  <a:pt x="7" y="97"/>
                  <a:pt x="7" y="97"/>
                  <a:pt x="7" y="97"/>
                </a:cubicBezTo>
                <a:cubicBezTo>
                  <a:pt x="7" y="26"/>
                  <a:pt x="7" y="26"/>
                  <a:pt x="7" y="26"/>
                </a:cubicBezTo>
                <a:cubicBezTo>
                  <a:pt x="85" y="26"/>
                  <a:pt x="85" y="26"/>
                  <a:pt x="85" y="26"/>
                </a:cubicBezTo>
                <a:lnTo>
                  <a:pt x="85" y="97"/>
                </a:lnTo>
                <a:close/>
                <a:moveTo>
                  <a:pt x="78" y="19"/>
                </a:moveTo>
                <a:cubicBezTo>
                  <a:pt x="75" y="19"/>
                  <a:pt x="72" y="16"/>
                  <a:pt x="72" y="13"/>
                </a:cubicBezTo>
                <a:cubicBezTo>
                  <a:pt x="72" y="9"/>
                  <a:pt x="75" y="6"/>
                  <a:pt x="78" y="6"/>
                </a:cubicBezTo>
                <a:cubicBezTo>
                  <a:pt x="82" y="6"/>
                  <a:pt x="85" y="9"/>
                  <a:pt x="85" y="13"/>
                </a:cubicBezTo>
                <a:cubicBezTo>
                  <a:pt x="85" y="16"/>
                  <a:pt x="82" y="19"/>
                  <a:pt x="78" y="19"/>
                </a:cubicBezTo>
                <a:close/>
                <a:moveTo>
                  <a:pt x="13" y="42"/>
                </a:moveTo>
                <a:cubicBezTo>
                  <a:pt x="13" y="40"/>
                  <a:pt x="15" y="39"/>
                  <a:pt x="17" y="39"/>
                </a:cubicBezTo>
                <a:cubicBezTo>
                  <a:pt x="75" y="39"/>
                  <a:pt x="75" y="39"/>
                  <a:pt x="75" y="39"/>
                </a:cubicBezTo>
                <a:cubicBezTo>
                  <a:pt x="77" y="39"/>
                  <a:pt x="78" y="40"/>
                  <a:pt x="78" y="42"/>
                </a:cubicBezTo>
                <a:cubicBezTo>
                  <a:pt x="78" y="44"/>
                  <a:pt x="77" y="45"/>
                  <a:pt x="75" y="45"/>
                </a:cubicBezTo>
                <a:cubicBezTo>
                  <a:pt x="17" y="45"/>
                  <a:pt x="17" y="45"/>
                  <a:pt x="17" y="45"/>
                </a:cubicBezTo>
                <a:cubicBezTo>
                  <a:pt x="15" y="45"/>
                  <a:pt x="13" y="44"/>
                  <a:pt x="13" y="42"/>
                </a:cubicBezTo>
                <a:close/>
                <a:moveTo>
                  <a:pt x="13" y="61"/>
                </a:moveTo>
                <a:cubicBezTo>
                  <a:pt x="13" y="59"/>
                  <a:pt x="15" y="58"/>
                  <a:pt x="17" y="58"/>
                </a:cubicBezTo>
                <a:cubicBezTo>
                  <a:pt x="75" y="58"/>
                  <a:pt x="75" y="58"/>
                  <a:pt x="75" y="58"/>
                </a:cubicBezTo>
                <a:cubicBezTo>
                  <a:pt x="77" y="58"/>
                  <a:pt x="78" y="59"/>
                  <a:pt x="78" y="61"/>
                </a:cubicBezTo>
                <a:cubicBezTo>
                  <a:pt x="78" y="63"/>
                  <a:pt x="77" y="65"/>
                  <a:pt x="75" y="65"/>
                </a:cubicBezTo>
                <a:cubicBezTo>
                  <a:pt x="17" y="65"/>
                  <a:pt x="17" y="65"/>
                  <a:pt x="17" y="65"/>
                </a:cubicBezTo>
                <a:cubicBezTo>
                  <a:pt x="15" y="65"/>
                  <a:pt x="13" y="63"/>
                  <a:pt x="13" y="61"/>
                </a:cubicBezTo>
                <a:close/>
                <a:moveTo>
                  <a:pt x="13" y="81"/>
                </a:moveTo>
                <a:cubicBezTo>
                  <a:pt x="13" y="79"/>
                  <a:pt x="15" y="77"/>
                  <a:pt x="17" y="77"/>
                </a:cubicBezTo>
                <a:cubicBezTo>
                  <a:pt x="75" y="77"/>
                  <a:pt x="75" y="77"/>
                  <a:pt x="75" y="77"/>
                </a:cubicBezTo>
                <a:cubicBezTo>
                  <a:pt x="77" y="77"/>
                  <a:pt x="78" y="79"/>
                  <a:pt x="78" y="81"/>
                </a:cubicBezTo>
                <a:cubicBezTo>
                  <a:pt x="78" y="82"/>
                  <a:pt x="77" y="84"/>
                  <a:pt x="75" y="84"/>
                </a:cubicBezTo>
                <a:cubicBezTo>
                  <a:pt x="17" y="84"/>
                  <a:pt x="17" y="84"/>
                  <a:pt x="17" y="84"/>
                </a:cubicBezTo>
                <a:cubicBezTo>
                  <a:pt x="15" y="84"/>
                  <a:pt x="13" y="82"/>
                  <a:pt x="13" y="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p>
            <a:endParaRPr lang="zh-CN" altLang="en-US"/>
          </a:p>
        </p:txBody>
      </p:sp>
      <p:sp>
        <p:nvSpPr>
          <p:cNvPr id="7" name="Freeform 14"/>
          <p:cNvSpPr/>
          <p:nvPr/>
        </p:nvSpPr>
        <p:spPr bwMode="auto">
          <a:xfrm>
            <a:off x="7848601" y="1364764"/>
            <a:ext cx="269875" cy="292190"/>
          </a:xfrm>
          <a:custGeom>
            <a:avLst/>
            <a:gdLst>
              <a:gd name="T0" fmla="*/ 4 w 92"/>
              <a:gd name="T1" fmla="*/ 100 h 100"/>
              <a:gd name="T2" fmla="*/ 1 w 92"/>
              <a:gd name="T3" fmla="*/ 100 h 100"/>
              <a:gd name="T4" fmla="*/ 0 w 92"/>
              <a:gd name="T5" fmla="*/ 97 h 100"/>
              <a:gd name="T6" fmla="*/ 5 w 92"/>
              <a:gd name="T7" fmla="*/ 56 h 100"/>
              <a:gd name="T8" fmla="*/ 6 w 92"/>
              <a:gd name="T9" fmla="*/ 54 h 100"/>
              <a:gd name="T10" fmla="*/ 56 w 92"/>
              <a:gd name="T11" fmla="*/ 3 h 100"/>
              <a:gd name="T12" fmla="*/ 70 w 92"/>
              <a:gd name="T13" fmla="*/ 3 h 100"/>
              <a:gd name="T14" fmla="*/ 88 w 92"/>
              <a:gd name="T15" fmla="*/ 22 h 100"/>
              <a:gd name="T16" fmla="*/ 88 w 92"/>
              <a:gd name="T17" fmla="*/ 35 h 100"/>
              <a:gd name="T18" fmla="*/ 52 w 92"/>
              <a:gd name="T19" fmla="*/ 72 h 100"/>
              <a:gd name="T20" fmla="*/ 49 w 92"/>
              <a:gd name="T21" fmla="*/ 73 h 100"/>
              <a:gd name="T22" fmla="*/ 31 w 92"/>
              <a:gd name="T23" fmla="*/ 73 h 100"/>
              <a:gd name="T24" fmla="*/ 28 w 92"/>
              <a:gd name="T25" fmla="*/ 70 h 100"/>
              <a:gd name="T26" fmla="*/ 28 w 92"/>
              <a:gd name="T27" fmla="*/ 51 h 100"/>
              <a:gd name="T28" fmla="*/ 29 w 92"/>
              <a:gd name="T29" fmla="*/ 49 h 100"/>
              <a:gd name="T30" fmla="*/ 56 w 92"/>
              <a:gd name="T31" fmla="*/ 22 h 100"/>
              <a:gd name="T32" fmla="*/ 61 w 92"/>
              <a:gd name="T33" fmla="*/ 22 h 100"/>
              <a:gd name="T34" fmla="*/ 61 w 92"/>
              <a:gd name="T35" fmla="*/ 26 h 100"/>
              <a:gd name="T36" fmla="*/ 34 w 92"/>
              <a:gd name="T37" fmla="*/ 53 h 100"/>
              <a:gd name="T38" fmla="*/ 34 w 92"/>
              <a:gd name="T39" fmla="*/ 67 h 100"/>
              <a:gd name="T40" fmla="*/ 48 w 92"/>
              <a:gd name="T41" fmla="*/ 67 h 100"/>
              <a:gd name="T42" fmla="*/ 84 w 92"/>
              <a:gd name="T43" fmla="*/ 31 h 100"/>
              <a:gd name="T44" fmla="*/ 84 w 92"/>
              <a:gd name="T45" fmla="*/ 26 h 100"/>
              <a:gd name="T46" fmla="*/ 65 w 92"/>
              <a:gd name="T47" fmla="*/ 8 h 100"/>
              <a:gd name="T48" fmla="*/ 61 w 92"/>
              <a:gd name="T49" fmla="*/ 8 h 100"/>
              <a:gd name="T50" fmla="*/ 11 w 92"/>
              <a:gd name="T51" fmla="*/ 58 h 100"/>
              <a:gd name="T52" fmla="*/ 7 w 92"/>
              <a:gd name="T53" fmla="*/ 94 h 100"/>
              <a:gd name="T54" fmla="*/ 43 w 92"/>
              <a:gd name="T55" fmla="*/ 90 h 100"/>
              <a:gd name="T56" fmla="*/ 84 w 92"/>
              <a:gd name="T57" fmla="*/ 49 h 100"/>
              <a:gd name="T58" fmla="*/ 88 w 92"/>
              <a:gd name="T59" fmla="*/ 49 h 100"/>
              <a:gd name="T60" fmla="*/ 88 w 92"/>
              <a:gd name="T61" fmla="*/ 54 h 100"/>
              <a:gd name="T62" fmla="*/ 47 w 92"/>
              <a:gd name="T63" fmla="*/ 95 h 100"/>
              <a:gd name="T64" fmla="*/ 45 w 92"/>
              <a:gd name="T65" fmla="*/ 96 h 100"/>
              <a:gd name="T66" fmla="*/ 4 w 92"/>
              <a:gd name="T67" fmla="*/ 100 h 100"/>
              <a:gd name="T68" fmla="*/ 4 w 92"/>
              <a:gd name="T69" fmla="*/ 100 h 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92" h="100">
                <a:moveTo>
                  <a:pt x="4" y="100"/>
                </a:moveTo>
                <a:cubicBezTo>
                  <a:pt x="3" y="100"/>
                  <a:pt x="2" y="100"/>
                  <a:pt x="1" y="100"/>
                </a:cubicBezTo>
                <a:cubicBezTo>
                  <a:pt x="1" y="99"/>
                  <a:pt x="0" y="98"/>
                  <a:pt x="0" y="97"/>
                </a:cubicBezTo>
                <a:cubicBezTo>
                  <a:pt x="5" y="56"/>
                  <a:pt x="5" y="56"/>
                  <a:pt x="5" y="56"/>
                </a:cubicBezTo>
                <a:cubicBezTo>
                  <a:pt x="5" y="55"/>
                  <a:pt x="5" y="54"/>
                  <a:pt x="6" y="54"/>
                </a:cubicBezTo>
                <a:cubicBezTo>
                  <a:pt x="56" y="3"/>
                  <a:pt x="56" y="3"/>
                  <a:pt x="56" y="3"/>
                </a:cubicBezTo>
                <a:cubicBezTo>
                  <a:pt x="60" y="0"/>
                  <a:pt x="66" y="0"/>
                  <a:pt x="70" y="3"/>
                </a:cubicBezTo>
                <a:cubicBezTo>
                  <a:pt x="88" y="22"/>
                  <a:pt x="88" y="22"/>
                  <a:pt x="88" y="22"/>
                </a:cubicBezTo>
                <a:cubicBezTo>
                  <a:pt x="92" y="25"/>
                  <a:pt x="92" y="32"/>
                  <a:pt x="88" y="35"/>
                </a:cubicBezTo>
                <a:cubicBezTo>
                  <a:pt x="52" y="72"/>
                  <a:pt x="52" y="72"/>
                  <a:pt x="52" y="72"/>
                </a:cubicBezTo>
                <a:cubicBezTo>
                  <a:pt x="51" y="73"/>
                  <a:pt x="50" y="73"/>
                  <a:pt x="49" y="73"/>
                </a:cubicBezTo>
                <a:cubicBezTo>
                  <a:pt x="31" y="73"/>
                  <a:pt x="31" y="73"/>
                  <a:pt x="31" y="73"/>
                </a:cubicBezTo>
                <a:cubicBezTo>
                  <a:pt x="29" y="73"/>
                  <a:pt x="28" y="72"/>
                  <a:pt x="28" y="70"/>
                </a:cubicBezTo>
                <a:cubicBezTo>
                  <a:pt x="28" y="51"/>
                  <a:pt x="28" y="51"/>
                  <a:pt x="28" y="51"/>
                </a:cubicBezTo>
                <a:cubicBezTo>
                  <a:pt x="28" y="51"/>
                  <a:pt x="28" y="50"/>
                  <a:pt x="29" y="49"/>
                </a:cubicBezTo>
                <a:cubicBezTo>
                  <a:pt x="56" y="22"/>
                  <a:pt x="56" y="22"/>
                  <a:pt x="56" y="22"/>
                </a:cubicBezTo>
                <a:cubicBezTo>
                  <a:pt x="58" y="20"/>
                  <a:pt x="60" y="20"/>
                  <a:pt x="61" y="22"/>
                </a:cubicBezTo>
                <a:cubicBezTo>
                  <a:pt x="62" y="23"/>
                  <a:pt x="62" y="25"/>
                  <a:pt x="61" y="26"/>
                </a:cubicBezTo>
                <a:cubicBezTo>
                  <a:pt x="34" y="53"/>
                  <a:pt x="34" y="53"/>
                  <a:pt x="34" y="53"/>
                </a:cubicBezTo>
                <a:cubicBezTo>
                  <a:pt x="34" y="67"/>
                  <a:pt x="34" y="67"/>
                  <a:pt x="34" y="67"/>
                </a:cubicBezTo>
                <a:cubicBezTo>
                  <a:pt x="48" y="67"/>
                  <a:pt x="48" y="67"/>
                  <a:pt x="48" y="67"/>
                </a:cubicBezTo>
                <a:cubicBezTo>
                  <a:pt x="84" y="31"/>
                  <a:pt x="84" y="31"/>
                  <a:pt x="84" y="31"/>
                </a:cubicBezTo>
                <a:cubicBezTo>
                  <a:pt x="85" y="30"/>
                  <a:pt x="85" y="28"/>
                  <a:pt x="84" y="26"/>
                </a:cubicBezTo>
                <a:cubicBezTo>
                  <a:pt x="65" y="8"/>
                  <a:pt x="65" y="8"/>
                  <a:pt x="65" y="8"/>
                </a:cubicBezTo>
                <a:cubicBezTo>
                  <a:pt x="64" y="7"/>
                  <a:pt x="62" y="7"/>
                  <a:pt x="61" y="8"/>
                </a:cubicBezTo>
                <a:cubicBezTo>
                  <a:pt x="11" y="58"/>
                  <a:pt x="11" y="58"/>
                  <a:pt x="11" y="58"/>
                </a:cubicBezTo>
                <a:cubicBezTo>
                  <a:pt x="7" y="94"/>
                  <a:pt x="7" y="94"/>
                  <a:pt x="7" y="94"/>
                </a:cubicBezTo>
                <a:cubicBezTo>
                  <a:pt x="43" y="90"/>
                  <a:pt x="43" y="90"/>
                  <a:pt x="43" y="90"/>
                </a:cubicBezTo>
                <a:cubicBezTo>
                  <a:pt x="84" y="49"/>
                  <a:pt x="84" y="49"/>
                  <a:pt x="84" y="49"/>
                </a:cubicBezTo>
                <a:cubicBezTo>
                  <a:pt x="85" y="48"/>
                  <a:pt x="87" y="48"/>
                  <a:pt x="88" y="49"/>
                </a:cubicBezTo>
                <a:cubicBezTo>
                  <a:pt x="90" y="50"/>
                  <a:pt x="90" y="52"/>
                  <a:pt x="88" y="54"/>
                </a:cubicBezTo>
                <a:cubicBezTo>
                  <a:pt x="47" y="95"/>
                  <a:pt x="47" y="95"/>
                  <a:pt x="47" y="95"/>
                </a:cubicBezTo>
                <a:cubicBezTo>
                  <a:pt x="47" y="95"/>
                  <a:pt x="46" y="96"/>
                  <a:pt x="45" y="96"/>
                </a:cubicBezTo>
                <a:cubicBezTo>
                  <a:pt x="4" y="100"/>
                  <a:pt x="4" y="100"/>
                  <a:pt x="4" y="100"/>
                </a:cubicBezTo>
                <a:cubicBezTo>
                  <a:pt x="4" y="100"/>
                  <a:pt x="4" y="100"/>
                  <a:pt x="4" y="10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p>
            <a:endParaRPr lang="zh-CN" altLang="en-US"/>
          </a:p>
        </p:txBody>
      </p:sp>
      <p:sp>
        <p:nvSpPr>
          <p:cNvPr id="18447" name="Freeform 15"/>
          <p:cNvSpPr>
            <a:spLocks noEditPoints="1"/>
          </p:cNvSpPr>
          <p:nvPr/>
        </p:nvSpPr>
        <p:spPr bwMode="auto">
          <a:xfrm>
            <a:off x="5626100" y="3646706"/>
            <a:ext cx="306388" cy="303306"/>
          </a:xfrm>
          <a:custGeom>
            <a:avLst/>
            <a:gdLst>
              <a:gd name="T0" fmla="*/ 101 w 105"/>
              <a:gd name="T1" fmla="*/ 4 h 104"/>
              <a:gd name="T2" fmla="*/ 101 w 105"/>
              <a:gd name="T3" fmla="*/ 17 h 104"/>
              <a:gd name="T4" fmla="*/ 96 w 105"/>
              <a:gd name="T5" fmla="*/ 22 h 104"/>
              <a:gd name="T6" fmla="*/ 82 w 105"/>
              <a:gd name="T7" fmla="*/ 8 h 104"/>
              <a:gd name="T8" fmla="*/ 87 w 105"/>
              <a:gd name="T9" fmla="*/ 4 h 104"/>
              <a:gd name="T10" fmla="*/ 101 w 105"/>
              <a:gd name="T11" fmla="*/ 4 h 104"/>
              <a:gd name="T12" fmla="*/ 32 w 105"/>
              <a:gd name="T13" fmla="*/ 59 h 104"/>
              <a:gd name="T14" fmla="*/ 28 w 105"/>
              <a:gd name="T15" fmla="*/ 77 h 104"/>
              <a:gd name="T16" fmla="*/ 46 w 105"/>
              <a:gd name="T17" fmla="*/ 72 h 104"/>
              <a:gd name="T18" fmla="*/ 92 w 105"/>
              <a:gd name="T19" fmla="*/ 26 h 104"/>
              <a:gd name="T20" fmla="*/ 78 w 105"/>
              <a:gd name="T21" fmla="*/ 13 h 104"/>
              <a:gd name="T22" fmla="*/ 32 w 105"/>
              <a:gd name="T23" fmla="*/ 59 h 104"/>
              <a:gd name="T24" fmla="*/ 78 w 105"/>
              <a:gd name="T25" fmla="*/ 50 h 104"/>
              <a:gd name="T26" fmla="*/ 78 w 105"/>
              <a:gd name="T27" fmla="*/ 91 h 104"/>
              <a:gd name="T28" fmla="*/ 13 w 105"/>
              <a:gd name="T29" fmla="*/ 91 h 104"/>
              <a:gd name="T30" fmla="*/ 13 w 105"/>
              <a:gd name="T31" fmla="*/ 27 h 104"/>
              <a:gd name="T32" fmla="*/ 55 w 105"/>
              <a:gd name="T33" fmla="*/ 27 h 104"/>
              <a:gd name="T34" fmla="*/ 68 w 105"/>
              <a:gd name="T35" fmla="*/ 14 h 104"/>
              <a:gd name="T36" fmla="*/ 0 w 105"/>
              <a:gd name="T37" fmla="*/ 14 h 104"/>
              <a:gd name="T38" fmla="*/ 0 w 105"/>
              <a:gd name="T39" fmla="*/ 104 h 104"/>
              <a:gd name="T40" fmla="*/ 91 w 105"/>
              <a:gd name="T41" fmla="*/ 104 h 104"/>
              <a:gd name="T42" fmla="*/ 91 w 105"/>
              <a:gd name="T43" fmla="*/ 37 h 104"/>
              <a:gd name="T44" fmla="*/ 78 w 105"/>
              <a:gd name="T45" fmla="*/ 5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05" h="104">
                <a:moveTo>
                  <a:pt x="101" y="4"/>
                </a:moveTo>
                <a:cubicBezTo>
                  <a:pt x="105" y="7"/>
                  <a:pt x="105" y="14"/>
                  <a:pt x="101" y="17"/>
                </a:cubicBezTo>
                <a:cubicBezTo>
                  <a:pt x="96" y="22"/>
                  <a:pt x="96" y="22"/>
                  <a:pt x="96" y="22"/>
                </a:cubicBezTo>
                <a:cubicBezTo>
                  <a:pt x="82" y="8"/>
                  <a:pt x="82" y="8"/>
                  <a:pt x="82" y="8"/>
                </a:cubicBezTo>
                <a:cubicBezTo>
                  <a:pt x="87" y="4"/>
                  <a:pt x="87" y="4"/>
                  <a:pt x="87" y="4"/>
                </a:cubicBezTo>
                <a:cubicBezTo>
                  <a:pt x="91" y="0"/>
                  <a:pt x="97" y="0"/>
                  <a:pt x="101" y="4"/>
                </a:cubicBezTo>
                <a:close/>
                <a:moveTo>
                  <a:pt x="32" y="59"/>
                </a:moveTo>
                <a:cubicBezTo>
                  <a:pt x="28" y="77"/>
                  <a:pt x="28" y="77"/>
                  <a:pt x="28" y="77"/>
                </a:cubicBezTo>
                <a:cubicBezTo>
                  <a:pt x="46" y="72"/>
                  <a:pt x="46" y="72"/>
                  <a:pt x="46" y="72"/>
                </a:cubicBezTo>
                <a:cubicBezTo>
                  <a:pt x="92" y="26"/>
                  <a:pt x="92" y="26"/>
                  <a:pt x="92" y="26"/>
                </a:cubicBezTo>
                <a:cubicBezTo>
                  <a:pt x="78" y="13"/>
                  <a:pt x="78" y="13"/>
                  <a:pt x="78" y="13"/>
                </a:cubicBezTo>
                <a:lnTo>
                  <a:pt x="32" y="59"/>
                </a:lnTo>
                <a:close/>
                <a:moveTo>
                  <a:pt x="78" y="50"/>
                </a:moveTo>
                <a:cubicBezTo>
                  <a:pt x="78" y="91"/>
                  <a:pt x="78" y="91"/>
                  <a:pt x="78" y="91"/>
                </a:cubicBezTo>
                <a:cubicBezTo>
                  <a:pt x="13" y="91"/>
                  <a:pt x="13" y="91"/>
                  <a:pt x="13" y="91"/>
                </a:cubicBezTo>
                <a:cubicBezTo>
                  <a:pt x="13" y="27"/>
                  <a:pt x="13" y="27"/>
                  <a:pt x="13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68" y="14"/>
                  <a:pt x="68" y="14"/>
                  <a:pt x="68" y="14"/>
                </a:cubicBezTo>
                <a:cubicBezTo>
                  <a:pt x="0" y="14"/>
                  <a:pt x="0" y="14"/>
                  <a:pt x="0" y="14"/>
                </a:cubicBezTo>
                <a:cubicBezTo>
                  <a:pt x="0" y="104"/>
                  <a:pt x="0" y="104"/>
                  <a:pt x="0" y="104"/>
                </a:cubicBezTo>
                <a:cubicBezTo>
                  <a:pt x="91" y="104"/>
                  <a:pt x="91" y="104"/>
                  <a:pt x="91" y="104"/>
                </a:cubicBezTo>
                <a:cubicBezTo>
                  <a:pt x="91" y="37"/>
                  <a:pt x="91" y="37"/>
                  <a:pt x="91" y="37"/>
                </a:cubicBezTo>
                <a:lnTo>
                  <a:pt x="78" y="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p>
            <a:endParaRPr lang="zh-CN" altLang="en-US"/>
          </a:p>
        </p:txBody>
      </p:sp>
      <p:sp>
        <p:nvSpPr>
          <p:cNvPr id="8" name="Freeform 16"/>
          <p:cNvSpPr>
            <a:spLocks noEditPoints="1"/>
          </p:cNvSpPr>
          <p:nvPr/>
        </p:nvSpPr>
        <p:spPr bwMode="auto">
          <a:xfrm>
            <a:off x="5664201" y="1361588"/>
            <a:ext cx="227013" cy="300131"/>
          </a:xfrm>
          <a:custGeom>
            <a:avLst/>
            <a:gdLst>
              <a:gd name="T0" fmla="*/ 71 w 78"/>
              <a:gd name="T1" fmla="*/ 6 h 103"/>
              <a:gd name="T2" fmla="*/ 78 w 78"/>
              <a:gd name="T3" fmla="*/ 6 h 103"/>
              <a:gd name="T4" fmla="*/ 78 w 78"/>
              <a:gd name="T5" fmla="*/ 0 h 103"/>
              <a:gd name="T6" fmla="*/ 0 w 78"/>
              <a:gd name="T7" fmla="*/ 0 h 103"/>
              <a:gd name="T8" fmla="*/ 0 w 78"/>
              <a:gd name="T9" fmla="*/ 6 h 103"/>
              <a:gd name="T10" fmla="*/ 6 w 78"/>
              <a:gd name="T11" fmla="*/ 6 h 103"/>
              <a:gd name="T12" fmla="*/ 6 w 78"/>
              <a:gd name="T13" fmla="*/ 13 h 103"/>
              <a:gd name="T14" fmla="*/ 10 w 78"/>
              <a:gd name="T15" fmla="*/ 13 h 103"/>
              <a:gd name="T16" fmla="*/ 20 w 78"/>
              <a:gd name="T17" fmla="*/ 48 h 103"/>
              <a:gd name="T18" fmla="*/ 25 w 78"/>
              <a:gd name="T19" fmla="*/ 52 h 103"/>
              <a:gd name="T20" fmla="*/ 20 w 78"/>
              <a:gd name="T21" fmla="*/ 55 h 103"/>
              <a:gd name="T22" fmla="*/ 10 w 78"/>
              <a:gd name="T23" fmla="*/ 90 h 103"/>
              <a:gd name="T24" fmla="*/ 6 w 78"/>
              <a:gd name="T25" fmla="*/ 90 h 103"/>
              <a:gd name="T26" fmla="*/ 6 w 78"/>
              <a:gd name="T27" fmla="*/ 97 h 103"/>
              <a:gd name="T28" fmla="*/ 0 w 78"/>
              <a:gd name="T29" fmla="*/ 97 h 103"/>
              <a:gd name="T30" fmla="*/ 0 w 78"/>
              <a:gd name="T31" fmla="*/ 103 h 103"/>
              <a:gd name="T32" fmla="*/ 78 w 78"/>
              <a:gd name="T33" fmla="*/ 103 h 103"/>
              <a:gd name="T34" fmla="*/ 78 w 78"/>
              <a:gd name="T35" fmla="*/ 97 h 103"/>
              <a:gd name="T36" fmla="*/ 71 w 78"/>
              <a:gd name="T37" fmla="*/ 97 h 103"/>
              <a:gd name="T38" fmla="*/ 71 w 78"/>
              <a:gd name="T39" fmla="*/ 90 h 103"/>
              <a:gd name="T40" fmla="*/ 68 w 78"/>
              <a:gd name="T41" fmla="*/ 90 h 103"/>
              <a:gd name="T42" fmla="*/ 58 w 78"/>
              <a:gd name="T43" fmla="*/ 55 h 103"/>
              <a:gd name="T44" fmla="*/ 53 w 78"/>
              <a:gd name="T45" fmla="*/ 52 h 103"/>
              <a:gd name="T46" fmla="*/ 58 w 78"/>
              <a:gd name="T47" fmla="*/ 48 h 103"/>
              <a:gd name="T48" fmla="*/ 68 w 78"/>
              <a:gd name="T49" fmla="*/ 13 h 103"/>
              <a:gd name="T50" fmla="*/ 71 w 78"/>
              <a:gd name="T51" fmla="*/ 13 h 103"/>
              <a:gd name="T52" fmla="*/ 71 w 78"/>
              <a:gd name="T53" fmla="*/ 6 h 103"/>
              <a:gd name="T54" fmla="*/ 62 w 78"/>
              <a:gd name="T55" fmla="*/ 14 h 103"/>
              <a:gd name="T56" fmla="*/ 54 w 78"/>
              <a:gd name="T57" fmla="*/ 43 h 103"/>
              <a:gd name="T58" fmla="*/ 45 w 78"/>
              <a:gd name="T59" fmla="*/ 47 h 103"/>
              <a:gd name="T60" fmla="*/ 45 w 78"/>
              <a:gd name="T61" fmla="*/ 56 h 103"/>
              <a:gd name="T62" fmla="*/ 54 w 78"/>
              <a:gd name="T63" fmla="*/ 60 h 103"/>
              <a:gd name="T64" fmla="*/ 62 w 78"/>
              <a:gd name="T65" fmla="*/ 89 h 103"/>
              <a:gd name="T66" fmla="*/ 61 w 78"/>
              <a:gd name="T67" fmla="*/ 90 h 103"/>
              <a:gd name="T68" fmla="*/ 55 w 78"/>
              <a:gd name="T69" fmla="*/ 90 h 103"/>
              <a:gd name="T70" fmla="*/ 50 w 78"/>
              <a:gd name="T71" fmla="*/ 75 h 103"/>
              <a:gd name="T72" fmla="*/ 42 w 78"/>
              <a:gd name="T73" fmla="*/ 71 h 103"/>
              <a:gd name="T74" fmla="*/ 42 w 78"/>
              <a:gd name="T75" fmla="*/ 45 h 103"/>
              <a:gd name="T76" fmla="*/ 53 w 78"/>
              <a:gd name="T77" fmla="*/ 40 h 103"/>
              <a:gd name="T78" fmla="*/ 59 w 78"/>
              <a:gd name="T79" fmla="*/ 32 h 103"/>
              <a:gd name="T80" fmla="*/ 19 w 78"/>
              <a:gd name="T81" fmla="*/ 32 h 103"/>
              <a:gd name="T82" fmla="*/ 25 w 78"/>
              <a:gd name="T83" fmla="*/ 40 h 103"/>
              <a:gd name="T84" fmla="*/ 36 w 78"/>
              <a:gd name="T85" fmla="*/ 45 h 103"/>
              <a:gd name="T86" fmla="*/ 36 w 78"/>
              <a:gd name="T87" fmla="*/ 71 h 103"/>
              <a:gd name="T88" fmla="*/ 28 w 78"/>
              <a:gd name="T89" fmla="*/ 75 h 103"/>
              <a:gd name="T90" fmla="*/ 23 w 78"/>
              <a:gd name="T91" fmla="*/ 90 h 103"/>
              <a:gd name="T92" fmla="*/ 16 w 78"/>
              <a:gd name="T93" fmla="*/ 90 h 103"/>
              <a:gd name="T94" fmla="*/ 16 w 78"/>
              <a:gd name="T95" fmla="*/ 89 h 103"/>
              <a:gd name="T96" fmla="*/ 24 w 78"/>
              <a:gd name="T97" fmla="*/ 60 h 103"/>
              <a:gd name="T98" fmla="*/ 32 w 78"/>
              <a:gd name="T99" fmla="*/ 56 h 103"/>
              <a:gd name="T100" fmla="*/ 32 w 78"/>
              <a:gd name="T101" fmla="*/ 47 h 103"/>
              <a:gd name="T102" fmla="*/ 24 w 78"/>
              <a:gd name="T103" fmla="*/ 43 h 103"/>
              <a:gd name="T104" fmla="*/ 16 w 78"/>
              <a:gd name="T105" fmla="*/ 14 h 103"/>
              <a:gd name="T106" fmla="*/ 16 w 78"/>
              <a:gd name="T107" fmla="*/ 13 h 103"/>
              <a:gd name="T108" fmla="*/ 61 w 78"/>
              <a:gd name="T109" fmla="*/ 13 h 103"/>
              <a:gd name="T110" fmla="*/ 62 w 78"/>
              <a:gd name="T111" fmla="*/ 14 h 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78" h="103">
                <a:moveTo>
                  <a:pt x="71" y="6"/>
                </a:moveTo>
                <a:cubicBezTo>
                  <a:pt x="78" y="6"/>
                  <a:pt x="78" y="6"/>
                  <a:pt x="78" y="6"/>
                </a:cubicBezTo>
                <a:cubicBezTo>
                  <a:pt x="78" y="0"/>
                  <a:pt x="78" y="0"/>
                  <a:pt x="78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6"/>
                  <a:pt x="0" y="6"/>
                  <a:pt x="0" y="6"/>
                </a:cubicBezTo>
                <a:cubicBezTo>
                  <a:pt x="6" y="6"/>
                  <a:pt x="6" y="6"/>
                  <a:pt x="6" y="6"/>
                </a:cubicBezTo>
                <a:cubicBezTo>
                  <a:pt x="6" y="13"/>
                  <a:pt x="6" y="13"/>
                  <a:pt x="6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5" y="25"/>
                  <a:pt x="9" y="40"/>
                  <a:pt x="20" y="48"/>
                </a:cubicBezTo>
                <a:cubicBezTo>
                  <a:pt x="21" y="50"/>
                  <a:pt x="23" y="51"/>
                  <a:pt x="25" y="52"/>
                </a:cubicBezTo>
                <a:cubicBezTo>
                  <a:pt x="23" y="52"/>
                  <a:pt x="21" y="53"/>
                  <a:pt x="20" y="55"/>
                </a:cubicBezTo>
                <a:cubicBezTo>
                  <a:pt x="9" y="63"/>
                  <a:pt x="5" y="78"/>
                  <a:pt x="10" y="90"/>
                </a:cubicBezTo>
                <a:cubicBezTo>
                  <a:pt x="6" y="90"/>
                  <a:pt x="6" y="90"/>
                  <a:pt x="6" y="90"/>
                </a:cubicBezTo>
                <a:cubicBezTo>
                  <a:pt x="6" y="97"/>
                  <a:pt x="6" y="97"/>
                  <a:pt x="6" y="97"/>
                </a:cubicBezTo>
                <a:cubicBezTo>
                  <a:pt x="0" y="97"/>
                  <a:pt x="0" y="97"/>
                  <a:pt x="0" y="97"/>
                </a:cubicBezTo>
                <a:cubicBezTo>
                  <a:pt x="0" y="103"/>
                  <a:pt x="0" y="103"/>
                  <a:pt x="0" y="103"/>
                </a:cubicBezTo>
                <a:cubicBezTo>
                  <a:pt x="78" y="103"/>
                  <a:pt x="78" y="103"/>
                  <a:pt x="78" y="103"/>
                </a:cubicBezTo>
                <a:cubicBezTo>
                  <a:pt x="78" y="97"/>
                  <a:pt x="78" y="97"/>
                  <a:pt x="78" y="97"/>
                </a:cubicBezTo>
                <a:cubicBezTo>
                  <a:pt x="71" y="97"/>
                  <a:pt x="71" y="97"/>
                  <a:pt x="71" y="97"/>
                </a:cubicBezTo>
                <a:cubicBezTo>
                  <a:pt x="71" y="90"/>
                  <a:pt x="71" y="90"/>
                  <a:pt x="71" y="90"/>
                </a:cubicBezTo>
                <a:cubicBezTo>
                  <a:pt x="68" y="90"/>
                  <a:pt x="68" y="90"/>
                  <a:pt x="68" y="90"/>
                </a:cubicBezTo>
                <a:cubicBezTo>
                  <a:pt x="73" y="78"/>
                  <a:pt x="69" y="63"/>
                  <a:pt x="58" y="55"/>
                </a:cubicBezTo>
                <a:cubicBezTo>
                  <a:pt x="56" y="53"/>
                  <a:pt x="54" y="52"/>
                  <a:pt x="53" y="52"/>
                </a:cubicBezTo>
                <a:cubicBezTo>
                  <a:pt x="54" y="51"/>
                  <a:pt x="56" y="50"/>
                  <a:pt x="58" y="48"/>
                </a:cubicBezTo>
                <a:cubicBezTo>
                  <a:pt x="69" y="40"/>
                  <a:pt x="73" y="25"/>
                  <a:pt x="68" y="13"/>
                </a:cubicBezTo>
                <a:cubicBezTo>
                  <a:pt x="71" y="13"/>
                  <a:pt x="71" y="13"/>
                  <a:pt x="71" y="13"/>
                </a:cubicBezTo>
                <a:lnTo>
                  <a:pt x="71" y="6"/>
                </a:lnTo>
                <a:close/>
                <a:moveTo>
                  <a:pt x="62" y="14"/>
                </a:moveTo>
                <a:cubicBezTo>
                  <a:pt x="66" y="24"/>
                  <a:pt x="63" y="36"/>
                  <a:pt x="54" y="43"/>
                </a:cubicBezTo>
                <a:cubicBezTo>
                  <a:pt x="51" y="45"/>
                  <a:pt x="48" y="47"/>
                  <a:pt x="45" y="47"/>
                </a:cubicBezTo>
                <a:cubicBezTo>
                  <a:pt x="45" y="56"/>
                  <a:pt x="45" y="56"/>
                  <a:pt x="45" y="56"/>
                </a:cubicBezTo>
                <a:cubicBezTo>
                  <a:pt x="48" y="57"/>
                  <a:pt x="51" y="58"/>
                  <a:pt x="54" y="60"/>
                </a:cubicBezTo>
                <a:cubicBezTo>
                  <a:pt x="63" y="67"/>
                  <a:pt x="66" y="79"/>
                  <a:pt x="62" y="89"/>
                </a:cubicBezTo>
                <a:cubicBezTo>
                  <a:pt x="61" y="90"/>
                  <a:pt x="61" y="90"/>
                  <a:pt x="61" y="90"/>
                </a:cubicBezTo>
                <a:cubicBezTo>
                  <a:pt x="55" y="90"/>
                  <a:pt x="55" y="90"/>
                  <a:pt x="55" y="90"/>
                </a:cubicBezTo>
                <a:cubicBezTo>
                  <a:pt x="56" y="85"/>
                  <a:pt x="54" y="79"/>
                  <a:pt x="50" y="75"/>
                </a:cubicBezTo>
                <a:cubicBezTo>
                  <a:pt x="47" y="73"/>
                  <a:pt x="45" y="72"/>
                  <a:pt x="42" y="71"/>
                </a:cubicBezTo>
                <a:cubicBezTo>
                  <a:pt x="42" y="45"/>
                  <a:pt x="42" y="45"/>
                  <a:pt x="42" y="45"/>
                </a:cubicBezTo>
                <a:cubicBezTo>
                  <a:pt x="46" y="44"/>
                  <a:pt x="50" y="43"/>
                  <a:pt x="53" y="40"/>
                </a:cubicBezTo>
                <a:cubicBezTo>
                  <a:pt x="55" y="38"/>
                  <a:pt x="57" y="35"/>
                  <a:pt x="59" y="32"/>
                </a:cubicBezTo>
                <a:cubicBezTo>
                  <a:pt x="19" y="32"/>
                  <a:pt x="19" y="32"/>
                  <a:pt x="19" y="32"/>
                </a:cubicBezTo>
                <a:cubicBezTo>
                  <a:pt x="20" y="35"/>
                  <a:pt x="22" y="38"/>
                  <a:pt x="25" y="40"/>
                </a:cubicBezTo>
                <a:cubicBezTo>
                  <a:pt x="28" y="43"/>
                  <a:pt x="32" y="44"/>
                  <a:pt x="36" y="45"/>
                </a:cubicBezTo>
                <a:cubicBezTo>
                  <a:pt x="36" y="71"/>
                  <a:pt x="36" y="71"/>
                  <a:pt x="36" y="71"/>
                </a:cubicBezTo>
                <a:cubicBezTo>
                  <a:pt x="33" y="72"/>
                  <a:pt x="30" y="73"/>
                  <a:pt x="28" y="75"/>
                </a:cubicBezTo>
                <a:cubicBezTo>
                  <a:pt x="24" y="79"/>
                  <a:pt x="22" y="85"/>
                  <a:pt x="23" y="90"/>
                </a:cubicBezTo>
                <a:cubicBezTo>
                  <a:pt x="16" y="90"/>
                  <a:pt x="16" y="90"/>
                  <a:pt x="16" y="90"/>
                </a:cubicBezTo>
                <a:cubicBezTo>
                  <a:pt x="16" y="89"/>
                  <a:pt x="16" y="89"/>
                  <a:pt x="16" y="89"/>
                </a:cubicBezTo>
                <a:cubicBezTo>
                  <a:pt x="12" y="79"/>
                  <a:pt x="15" y="67"/>
                  <a:pt x="24" y="60"/>
                </a:cubicBezTo>
                <a:cubicBezTo>
                  <a:pt x="26" y="58"/>
                  <a:pt x="29" y="57"/>
                  <a:pt x="32" y="56"/>
                </a:cubicBezTo>
                <a:cubicBezTo>
                  <a:pt x="32" y="47"/>
                  <a:pt x="32" y="47"/>
                  <a:pt x="32" y="47"/>
                </a:cubicBezTo>
                <a:cubicBezTo>
                  <a:pt x="29" y="47"/>
                  <a:pt x="26" y="45"/>
                  <a:pt x="24" y="43"/>
                </a:cubicBezTo>
                <a:cubicBezTo>
                  <a:pt x="15" y="36"/>
                  <a:pt x="12" y="24"/>
                  <a:pt x="16" y="14"/>
                </a:cubicBezTo>
                <a:cubicBezTo>
                  <a:pt x="16" y="13"/>
                  <a:pt x="16" y="13"/>
                  <a:pt x="16" y="13"/>
                </a:cubicBezTo>
                <a:cubicBezTo>
                  <a:pt x="61" y="13"/>
                  <a:pt x="61" y="13"/>
                  <a:pt x="61" y="13"/>
                </a:cubicBezTo>
                <a:lnTo>
                  <a:pt x="62" y="1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p>
            <a:endParaRPr lang="zh-CN" altLang="en-US"/>
          </a:p>
        </p:txBody>
      </p:sp>
      <p:sp>
        <p:nvSpPr>
          <p:cNvPr id="9" name="Rectangle 17"/>
          <p:cNvSpPr>
            <a:spLocks noChangeArrowheads="1"/>
          </p:cNvSpPr>
          <p:nvPr/>
        </p:nvSpPr>
        <p:spPr bwMode="auto">
          <a:xfrm>
            <a:off x="5461001" y="1726826"/>
            <a:ext cx="646113" cy="152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p>
            <a:pPr algn="ctr">
              <a:buFont typeface="Arial" panose="020B0604020202020204" pitchFamily="34" charset="0"/>
              <a:buNone/>
            </a:pPr>
            <a:r>
              <a:rPr lang="en-US" altLang="zh-CN" sz="1000" b="1">
                <a:solidFill>
                  <a:schemeClr val="bg1"/>
                </a:solidFill>
              </a:rPr>
              <a:t>Option 01</a:t>
            </a:r>
            <a:endParaRPr lang="zh-CN" altLang="en-US" sz="1000" b="1">
              <a:solidFill>
                <a:schemeClr val="bg1"/>
              </a:solidFill>
            </a:endParaRPr>
          </a:p>
        </p:txBody>
      </p:sp>
      <p:sp>
        <p:nvSpPr>
          <p:cNvPr id="18450" name="Rectangle 18"/>
          <p:cNvSpPr>
            <a:spLocks noChangeArrowheads="1"/>
          </p:cNvSpPr>
          <p:nvPr/>
        </p:nvSpPr>
        <p:spPr bwMode="auto">
          <a:xfrm>
            <a:off x="7648576" y="1726826"/>
            <a:ext cx="646113" cy="152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p>
            <a:pPr algn="ctr">
              <a:buFont typeface="Arial" panose="020B0604020202020204" pitchFamily="34" charset="0"/>
              <a:buNone/>
            </a:pPr>
            <a:r>
              <a:rPr lang="en-US" altLang="zh-CN" sz="1000" b="1">
                <a:solidFill>
                  <a:schemeClr val="bg1"/>
                </a:solidFill>
              </a:rPr>
              <a:t>Option 02</a:t>
            </a:r>
            <a:endParaRPr lang="zh-CN" altLang="zh-CN" sz="1000" b="1">
              <a:solidFill>
                <a:schemeClr val="bg1"/>
              </a:solidFill>
            </a:endParaRPr>
          </a:p>
        </p:txBody>
      </p:sp>
      <p:sp>
        <p:nvSpPr>
          <p:cNvPr id="10" name="Rectangle 19"/>
          <p:cNvSpPr>
            <a:spLocks noChangeArrowheads="1"/>
          </p:cNvSpPr>
          <p:nvPr/>
        </p:nvSpPr>
        <p:spPr bwMode="auto">
          <a:xfrm>
            <a:off x="5508626" y="4073875"/>
            <a:ext cx="646113" cy="152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p>
            <a:pPr algn="ctr">
              <a:buFont typeface="Arial" panose="020B0604020202020204" pitchFamily="34" charset="0"/>
              <a:buNone/>
            </a:pPr>
            <a:r>
              <a:rPr lang="en-US" altLang="zh-CN" sz="1000" b="1">
                <a:solidFill>
                  <a:schemeClr val="bg1"/>
                </a:solidFill>
              </a:rPr>
              <a:t>Option 03</a:t>
            </a:r>
            <a:endParaRPr lang="zh-CN" altLang="zh-CN" sz="1000" b="1">
              <a:solidFill>
                <a:schemeClr val="bg1"/>
              </a:solidFill>
            </a:endParaRPr>
          </a:p>
        </p:txBody>
      </p:sp>
      <p:sp>
        <p:nvSpPr>
          <p:cNvPr id="11" name="Rectangle 20"/>
          <p:cNvSpPr>
            <a:spLocks noChangeArrowheads="1"/>
          </p:cNvSpPr>
          <p:nvPr/>
        </p:nvSpPr>
        <p:spPr bwMode="auto">
          <a:xfrm>
            <a:off x="7577138" y="4073875"/>
            <a:ext cx="646112" cy="152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p>
            <a:pPr algn="ctr">
              <a:buFont typeface="Arial" panose="020B0604020202020204" pitchFamily="34" charset="0"/>
              <a:buNone/>
            </a:pPr>
            <a:r>
              <a:rPr lang="en-US" altLang="zh-CN" sz="1000" b="1">
                <a:solidFill>
                  <a:schemeClr val="bg1"/>
                </a:solidFill>
              </a:rPr>
              <a:t>Option 04</a:t>
            </a:r>
            <a:endParaRPr lang="zh-CN" altLang="zh-CN" sz="1000" b="1">
              <a:solidFill>
                <a:schemeClr val="bg1"/>
              </a:solidFill>
            </a:endParaRPr>
          </a:p>
        </p:txBody>
      </p:sp>
      <p:sp>
        <p:nvSpPr>
          <p:cNvPr id="18453" name="Rectangle 21"/>
          <p:cNvSpPr>
            <a:spLocks noChangeArrowheads="1"/>
          </p:cNvSpPr>
          <p:nvPr/>
        </p:nvSpPr>
        <p:spPr bwMode="auto">
          <a:xfrm>
            <a:off x="6374607" y="2745667"/>
            <a:ext cx="895350" cy="153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pPr algn="ctr">
              <a:buFont typeface="Arial" panose="020B0604020202020204" pitchFamily="34" charset="0"/>
              <a:buNone/>
            </a:pPr>
            <a:r>
              <a:rPr lang="en-US" altLang="zh-CN" sz="1000" dirty="0">
                <a:solidFill>
                  <a:schemeClr val="bg1"/>
                </a:solidFill>
                <a:latin typeface="Impact" panose="020B0806030902050204" pitchFamily="34" charset="0"/>
              </a:rPr>
              <a:t>KEY WORDS</a:t>
            </a:r>
            <a:endParaRPr lang="zh-CN" altLang="zh-CN" sz="1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/>
          <p:cNvSpPr/>
          <p:nvPr/>
        </p:nvSpPr>
        <p:spPr>
          <a:xfrm>
            <a:off x="4573570" y="2676794"/>
            <a:ext cx="1751330" cy="7835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测评指标</a:t>
            </a: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选取</a:t>
            </a:r>
            <a:endParaRPr lang="zh-CN" altLang="en-US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不同比例混合的</a:t>
            </a: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实验结果</a:t>
            </a:r>
            <a:endParaRPr lang="zh-CN" altLang="en-US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364088" y="2070506"/>
            <a:ext cx="216024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n w="635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结果与</a:t>
            </a:r>
            <a:r>
              <a:rPr lang="zh-CN" altLang="en-US" sz="2000" b="1" dirty="0">
                <a:ln w="635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分析</a:t>
            </a:r>
            <a:endParaRPr lang="zh-CN" altLang="en-US" sz="2000" b="1" dirty="0">
              <a:ln w="6350"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4573570" y="1790523"/>
            <a:ext cx="7905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4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04</a:t>
            </a:r>
            <a:endParaRPr lang="zh-CN" altLang="en-US" sz="44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0" y="2517744"/>
            <a:ext cx="9144000" cy="54006"/>
            <a:chOff x="2190216" y="0"/>
            <a:chExt cx="7128792" cy="108012"/>
          </a:xfrm>
        </p:grpSpPr>
        <p:sp>
          <p:nvSpPr>
            <p:cNvPr id="50" name="矩形 49"/>
            <p:cNvSpPr/>
            <p:nvPr/>
          </p:nvSpPr>
          <p:spPr>
            <a:xfrm>
              <a:off x="2190216" y="0"/>
              <a:ext cx="1188132" cy="108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3378348" y="0"/>
              <a:ext cx="1188132" cy="1080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 55"/>
            <p:cNvSpPr/>
            <p:nvPr/>
          </p:nvSpPr>
          <p:spPr>
            <a:xfrm>
              <a:off x="4566480" y="0"/>
              <a:ext cx="1188132" cy="108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矩形 56"/>
            <p:cNvSpPr/>
            <p:nvPr/>
          </p:nvSpPr>
          <p:spPr>
            <a:xfrm>
              <a:off x="5754612" y="0"/>
              <a:ext cx="1188132" cy="108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6942744" y="0"/>
              <a:ext cx="1188132" cy="10801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73"/>
            <p:cNvSpPr/>
            <p:nvPr/>
          </p:nvSpPr>
          <p:spPr>
            <a:xfrm>
              <a:off x="8130876" y="0"/>
              <a:ext cx="1188132" cy="108012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4"/>
          <p:cNvSpPr>
            <a:spLocks noChangeArrowheads="1"/>
          </p:cNvSpPr>
          <p:nvPr/>
        </p:nvSpPr>
        <p:spPr bwMode="auto">
          <a:xfrm>
            <a:off x="971550" y="2023745"/>
            <a:ext cx="3270250" cy="890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300"/>
              </a:spcBef>
              <a:buClrTx/>
              <a:buSzTx/>
              <a:buFontTx/>
            </a:pP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</a:rPr>
              <a:t>       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MLM损失（eval_loss）表示模型在预测被随机遮盖的词时的平均误差，即模型对被遮盖词预测的准确程度，数值越低说明模型性能越好。</a:t>
            </a:r>
            <a:endParaRPr lang="zh-CN" altLang="en-US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buClrTx/>
              <a:buSzTx/>
              <a:buFontTx/>
            </a:pPr>
            <a:endParaRPr lang="zh-CN" altLang="en-US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buClrTx/>
              <a:buSzTx/>
              <a:buFontTx/>
            </a:pP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这种损失是通过计算预测词与真实词之间的交叉熵得出的，是衡量BERT在Masked Language Modeling任务中效果的关键指标。</a:t>
            </a:r>
            <a:endParaRPr lang="zh-CN" altLang="en-US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Rectangle 39"/>
          <p:cNvSpPr>
            <a:spLocks noChangeArrowheads="1"/>
          </p:cNvSpPr>
          <p:nvPr/>
        </p:nvSpPr>
        <p:spPr bwMode="auto">
          <a:xfrm>
            <a:off x="416159" y="278281"/>
            <a:ext cx="2778059" cy="30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l"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测评指标选取:MLM</a:t>
            </a:r>
            <a:endParaRPr lang="zh-CN" altLang="en-US" sz="2000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16158" y="699542"/>
            <a:ext cx="899592" cy="56017"/>
            <a:chOff x="0" y="2842590"/>
            <a:chExt cx="7054752" cy="89199"/>
          </a:xfrm>
        </p:grpSpPr>
        <p:sp>
          <p:nvSpPr>
            <p:cNvPr id="17" name="矩形 16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597" name="Group 21"/>
          <p:cNvGrpSpPr/>
          <p:nvPr/>
        </p:nvGrpSpPr>
        <p:grpSpPr bwMode="auto">
          <a:xfrm>
            <a:off x="4747896" y="1624917"/>
            <a:ext cx="3248025" cy="2102499"/>
            <a:chOff x="0" y="0"/>
            <a:chExt cx="2046" cy="1324"/>
          </a:xfrm>
        </p:grpSpPr>
        <p:sp>
          <p:nvSpPr>
            <p:cNvPr id="24598" name="Freeform 22"/>
            <p:cNvSpPr/>
            <p:nvPr/>
          </p:nvSpPr>
          <p:spPr bwMode="auto">
            <a:xfrm>
              <a:off x="1023" y="0"/>
              <a:ext cx="664" cy="1324"/>
            </a:xfrm>
            <a:custGeom>
              <a:avLst/>
              <a:gdLst>
                <a:gd name="T0" fmla="*/ 0 w 347"/>
                <a:gd name="T1" fmla="*/ 0 h 693"/>
                <a:gd name="T2" fmla="*/ 0 w 347"/>
                <a:gd name="T3" fmla="*/ 122 h 693"/>
                <a:gd name="T4" fmla="*/ 225 w 347"/>
                <a:gd name="T5" fmla="*/ 347 h 693"/>
                <a:gd name="T6" fmla="*/ 0 w 347"/>
                <a:gd name="T7" fmla="*/ 572 h 693"/>
                <a:gd name="T8" fmla="*/ 0 w 347"/>
                <a:gd name="T9" fmla="*/ 693 h 693"/>
                <a:gd name="T10" fmla="*/ 347 w 347"/>
                <a:gd name="T11" fmla="*/ 347 h 693"/>
                <a:gd name="T12" fmla="*/ 0 w 347"/>
                <a:gd name="T13" fmla="*/ 0 h 6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7" h="693">
                  <a:moveTo>
                    <a:pt x="0" y="0"/>
                  </a:moveTo>
                  <a:cubicBezTo>
                    <a:pt x="0" y="122"/>
                    <a:pt x="0" y="122"/>
                    <a:pt x="0" y="122"/>
                  </a:cubicBezTo>
                  <a:cubicBezTo>
                    <a:pt x="125" y="122"/>
                    <a:pt x="225" y="222"/>
                    <a:pt x="225" y="347"/>
                  </a:cubicBezTo>
                  <a:cubicBezTo>
                    <a:pt x="225" y="471"/>
                    <a:pt x="125" y="572"/>
                    <a:pt x="0" y="572"/>
                  </a:cubicBezTo>
                  <a:cubicBezTo>
                    <a:pt x="0" y="693"/>
                    <a:pt x="0" y="693"/>
                    <a:pt x="0" y="693"/>
                  </a:cubicBezTo>
                  <a:cubicBezTo>
                    <a:pt x="192" y="693"/>
                    <a:pt x="347" y="538"/>
                    <a:pt x="347" y="347"/>
                  </a:cubicBezTo>
                  <a:cubicBezTo>
                    <a:pt x="347" y="155"/>
                    <a:pt x="192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p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599" name="Freeform 23"/>
            <p:cNvSpPr/>
            <p:nvPr/>
          </p:nvSpPr>
          <p:spPr bwMode="auto">
            <a:xfrm>
              <a:off x="361" y="0"/>
              <a:ext cx="662" cy="1324"/>
            </a:xfrm>
            <a:custGeom>
              <a:avLst/>
              <a:gdLst>
                <a:gd name="T0" fmla="*/ 121 w 346"/>
                <a:gd name="T1" fmla="*/ 347 h 693"/>
                <a:gd name="T2" fmla="*/ 346 w 346"/>
                <a:gd name="T3" fmla="*/ 122 h 693"/>
                <a:gd name="T4" fmla="*/ 346 w 346"/>
                <a:gd name="T5" fmla="*/ 0 h 693"/>
                <a:gd name="T6" fmla="*/ 0 w 346"/>
                <a:gd name="T7" fmla="*/ 347 h 693"/>
                <a:gd name="T8" fmla="*/ 346 w 346"/>
                <a:gd name="T9" fmla="*/ 693 h 693"/>
                <a:gd name="T10" fmla="*/ 346 w 346"/>
                <a:gd name="T11" fmla="*/ 572 h 693"/>
                <a:gd name="T12" fmla="*/ 121 w 346"/>
                <a:gd name="T13" fmla="*/ 347 h 6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6" h="693">
                  <a:moveTo>
                    <a:pt x="121" y="347"/>
                  </a:moveTo>
                  <a:cubicBezTo>
                    <a:pt x="121" y="222"/>
                    <a:pt x="222" y="122"/>
                    <a:pt x="346" y="122"/>
                  </a:cubicBezTo>
                  <a:cubicBezTo>
                    <a:pt x="346" y="0"/>
                    <a:pt x="346" y="0"/>
                    <a:pt x="346" y="0"/>
                  </a:cubicBezTo>
                  <a:cubicBezTo>
                    <a:pt x="155" y="0"/>
                    <a:pt x="0" y="155"/>
                    <a:pt x="0" y="347"/>
                  </a:cubicBezTo>
                  <a:cubicBezTo>
                    <a:pt x="0" y="538"/>
                    <a:pt x="155" y="693"/>
                    <a:pt x="346" y="693"/>
                  </a:cubicBezTo>
                  <a:cubicBezTo>
                    <a:pt x="346" y="572"/>
                    <a:pt x="346" y="572"/>
                    <a:pt x="346" y="572"/>
                  </a:cubicBezTo>
                  <a:cubicBezTo>
                    <a:pt x="222" y="572"/>
                    <a:pt x="121" y="471"/>
                    <a:pt x="121" y="3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p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600" name="Freeform 24"/>
            <p:cNvSpPr/>
            <p:nvPr/>
          </p:nvSpPr>
          <p:spPr bwMode="auto">
            <a:xfrm>
              <a:off x="593" y="233"/>
              <a:ext cx="430" cy="860"/>
            </a:xfrm>
            <a:custGeom>
              <a:avLst/>
              <a:gdLst>
                <a:gd name="T0" fmla="*/ 0 w 225"/>
                <a:gd name="T1" fmla="*/ 225 h 450"/>
                <a:gd name="T2" fmla="*/ 225 w 225"/>
                <a:gd name="T3" fmla="*/ 450 h 450"/>
                <a:gd name="T4" fmla="*/ 225 w 225"/>
                <a:gd name="T5" fmla="*/ 0 h 450"/>
                <a:gd name="T6" fmla="*/ 0 w 225"/>
                <a:gd name="T7" fmla="*/ 225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5" h="450">
                  <a:moveTo>
                    <a:pt x="0" y="225"/>
                  </a:moveTo>
                  <a:cubicBezTo>
                    <a:pt x="0" y="349"/>
                    <a:pt x="101" y="450"/>
                    <a:pt x="225" y="450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101" y="0"/>
                    <a:pt x="0" y="100"/>
                    <a:pt x="0" y="22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p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601" name="Freeform 25"/>
            <p:cNvSpPr/>
            <p:nvPr/>
          </p:nvSpPr>
          <p:spPr bwMode="auto">
            <a:xfrm>
              <a:off x="1023" y="233"/>
              <a:ext cx="430" cy="860"/>
            </a:xfrm>
            <a:custGeom>
              <a:avLst/>
              <a:gdLst>
                <a:gd name="T0" fmla="*/ 225 w 225"/>
                <a:gd name="T1" fmla="*/ 225 h 450"/>
                <a:gd name="T2" fmla="*/ 0 w 225"/>
                <a:gd name="T3" fmla="*/ 0 h 450"/>
                <a:gd name="T4" fmla="*/ 0 w 225"/>
                <a:gd name="T5" fmla="*/ 450 h 450"/>
                <a:gd name="T6" fmla="*/ 225 w 225"/>
                <a:gd name="T7" fmla="*/ 225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5" h="450">
                  <a:moveTo>
                    <a:pt x="225" y="225"/>
                  </a:moveTo>
                  <a:cubicBezTo>
                    <a:pt x="225" y="100"/>
                    <a:pt x="125" y="0"/>
                    <a:pt x="0" y="0"/>
                  </a:cubicBezTo>
                  <a:cubicBezTo>
                    <a:pt x="0" y="450"/>
                    <a:pt x="0" y="450"/>
                    <a:pt x="0" y="450"/>
                  </a:cubicBezTo>
                  <a:cubicBezTo>
                    <a:pt x="125" y="450"/>
                    <a:pt x="225" y="349"/>
                    <a:pt x="225" y="2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p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602" name="Oval 26"/>
            <p:cNvSpPr>
              <a:spLocks noChangeArrowheads="1"/>
            </p:cNvSpPr>
            <p:nvPr/>
          </p:nvSpPr>
          <p:spPr bwMode="auto">
            <a:xfrm>
              <a:off x="824" y="464"/>
              <a:ext cx="398" cy="397"/>
            </a:xfrm>
            <a:prstGeom prst="ellipse">
              <a:avLst/>
            </a:prstGeom>
            <a:solidFill>
              <a:srgbClr val="FAFA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p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603" name="Freeform 27"/>
            <p:cNvSpPr>
              <a:spLocks noEditPoints="1"/>
            </p:cNvSpPr>
            <p:nvPr/>
          </p:nvSpPr>
          <p:spPr bwMode="auto">
            <a:xfrm>
              <a:off x="924" y="561"/>
              <a:ext cx="201" cy="201"/>
            </a:xfrm>
            <a:custGeom>
              <a:avLst/>
              <a:gdLst>
                <a:gd name="T0" fmla="*/ 87 w 105"/>
                <a:gd name="T1" fmla="*/ 1 h 105"/>
                <a:gd name="T2" fmla="*/ 91 w 105"/>
                <a:gd name="T3" fmla="*/ 2 h 105"/>
                <a:gd name="T4" fmla="*/ 91 w 105"/>
                <a:gd name="T5" fmla="*/ 2 h 105"/>
                <a:gd name="T6" fmla="*/ 103 w 105"/>
                <a:gd name="T7" fmla="*/ 14 h 105"/>
                <a:gd name="T8" fmla="*/ 103 w 105"/>
                <a:gd name="T9" fmla="*/ 14 h 105"/>
                <a:gd name="T10" fmla="*/ 104 w 105"/>
                <a:gd name="T11" fmla="*/ 18 h 105"/>
                <a:gd name="T12" fmla="*/ 88 w 105"/>
                <a:gd name="T13" fmla="*/ 32 h 105"/>
                <a:gd name="T14" fmla="*/ 77 w 105"/>
                <a:gd name="T15" fmla="*/ 34 h 105"/>
                <a:gd name="T16" fmla="*/ 74 w 105"/>
                <a:gd name="T17" fmla="*/ 76 h 105"/>
                <a:gd name="T18" fmla="*/ 51 w 105"/>
                <a:gd name="T19" fmla="*/ 85 h 105"/>
                <a:gd name="T20" fmla="*/ 19 w 105"/>
                <a:gd name="T21" fmla="*/ 53 h 105"/>
                <a:gd name="T22" fmla="*/ 51 w 105"/>
                <a:gd name="T23" fmla="*/ 21 h 105"/>
                <a:gd name="T24" fmla="*/ 75 w 105"/>
                <a:gd name="T25" fmla="*/ 24 h 105"/>
                <a:gd name="T26" fmla="*/ 73 w 105"/>
                <a:gd name="T27" fmla="*/ 14 h 105"/>
                <a:gd name="T28" fmla="*/ 93 w 105"/>
                <a:gd name="T29" fmla="*/ 41 h 105"/>
                <a:gd name="T30" fmla="*/ 101 w 105"/>
                <a:gd name="T31" fmla="*/ 38 h 105"/>
                <a:gd name="T32" fmla="*/ 103 w 105"/>
                <a:gd name="T33" fmla="*/ 53 h 105"/>
                <a:gd name="T34" fmla="*/ 51 w 105"/>
                <a:gd name="T35" fmla="*/ 105 h 105"/>
                <a:gd name="T36" fmla="*/ 0 w 105"/>
                <a:gd name="T37" fmla="*/ 53 h 105"/>
                <a:gd name="T38" fmla="*/ 51 w 105"/>
                <a:gd name="T39" fmla="*/ 2 h 105"/>
                <a:gd name="T40" fmla="*/ 66 w 105"/>
                <a:gd name="T41" fmla="*/ 4 h 105"/>
                <a:gd name="T42" fmla="*/ 64 w 105"/>
                <a:gd name="T43" fmla="*/ 12 h 105"/>
                <a:gd name="T44" fmla="*/ 51 w 105"/>
                <a:gd name="T45" fmla="*/ 10 h 105"/>
                <a:gd name="T46" fmla="*/ 8 w 105"/>
                <a:gd name="T47" fmla="*/ 53 h 105"/>
                <a:gd name="T48" fmla="*/ 51 w 105"/>
                <a:gd name="T49" fmla="*/ 97 h 105"/>
                <a:gd name="T50" fmla="*/ 95 w 105"/>
                <a:gd name="T51" fmla="*/ 53 h 105"/>
                <a:gd name="T52" fmla="*/ 93 w 105"/>
                <a:gd name="T53" fmla="*/ 41 h 105"/>
                <a:gd name="T54" fmla="*/ 51 w 105"/>
                <a:gd name="T55" fmla="*/ 39 h 105"/>
                <a:gd name="T56" fmla="*/ 67 w 105"/>
                <a:gd name="T57" fmla="*/ 32 h 105"/>
                <a:gd name="T58" fmla="*/ 32 w 105"/>
                <a:gd name="T59" fmla="*/ 34 h 105"/>
                <a:gd name="T60" fmla="*/ 32 w 105"/>
                <a:gd name="T61" fmla="*/ 34 h 105"/>
                <a:gd name="T62" fmla="*/ 32 w 105"/>
                <a:gd name="T63" fmla="*/ 73 h 105"/>
                <a:gd name="T64" fmla="*/ 71 w 105"/>
                <a:gd name="T65" fmla="*/ 73 h 105"/>
                <a:gd name="T66" fmla="*/ 79 w 105"/>
                <a:gd name="T67" fmla="*/ 53 h 105"/>
                <a:gd name="T68" fmla="*/ 64 w 105"/>
                <a:gd name="T69" fmla="*/ 46 h 105"/>
                <a:gd name="T70" fmla="*/ 62 w 105"/>
                <a:gd name="T71" fmla="*/ 64 h 105"/>
                <a:gd name="T72" fmla="*/ 51 w 105"/>
                <a:gd name="T73" fmla="*/ 68 h 105"/>
                <a:gd name="T74" fmla="*/ 37 w 105"/>
                <a:gd name="T75" fmla="*/ 53 h 105"/>
                <a:gd name="T76" fmla="*/ 41 w 105"/>
                <a:gd name="T77" fmla="*/ 43 h 105"/>
                <a:gd name="T78" fmla="*/ 55 w 105"/>
                <a:gd name="T79" fmla="*/ 44 h 105"/>
                <a:gd name="T80" fmla="*/ 51 w 105"/>
                <a:gd name="T81" fmla="*/ 44 h 105"/>
                <a:gd name="T82" fmla="*/ 42 w 105"/>
                <a:gd name="T83" fmla="*/ 53 h 105"/>
                <a:gd name="T84" fmla="*/ 51 w 105"/>
                <a:gd name="T85" fmla="*/ 63 h 105"/>
                <a:gd name="T86" fmla="*/ 58 w 105"/>
                <a:gd name="T87" fmla="*/ 60 h 105"/>
                <a:gd name="T88" fmla="*/ 61 w 105"/>
                <a:gd name="T89" fmla="*/ 50 h 105"/>
                <a:gd name="T90" fmla="*/ 49 w 105"/>
                <a:gd name="T91" fmla="*/ 56 h 105"/>
                <a:gd name="T92" fmla="*/ 55 w 105"/>
                <a:gd name="T93" fmla="*/ 44 h 105"/>
                <a:gd name="T94" fmla="*/ 87 w 105"/>
                <a:gd name="T95" fmla="*/ 7 h 105"/>
                <a:gd name="T96" fmla="*/ 79 w 105"/>
                <a:gd name="T97" fmla="*/ 22 h 105"/>
                <a:gd name="T98" fmla="*/ 87 w 105"/>
                <a:gd name="T99" fmla="*/ 7 h 105"/>
                <a:gd name="T100" fmla="*/ 92 w 105"/>
                <a:gd name="T101" fmla="*/ 16 h 105"/>
                <a:gd name="T102" fmla="*/ 88 w 105"/>
                <a:gd name="T103" fmla="*/ 27 h 105"/>
                <a:gd name="T104" fmla="*/ 92 w 105"/>
                <a:gd name="T105" fmla="*/ 16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5" h="105">
                  <a:moveTo>
                    <a:pt x="73" y="14"/>
                  </a:moveTo>
                  <a:cubicBezTo>
                    <a:pt x="87" y="1"/>
                    <a:pt x="87" y="1"/>
                    <a:pt x="87" y="1"/>
                  </a:cubicBezTo>
                  <a:cubicBezTo>
                    <a:pt x="88" y="0"/>
                    <a:pt x="89" y="0"/>
                    <a:pt x="90" y="1"/>
                  </a:cubicBezTo>
                  <a:cubicBezTo>
                    <a:pt x="91" y="1"/>
                    <a:pt x="91" y="2"/>
                    <a:pt x="91" y="2"/>
                  </a:cubicBezTo>
                  <a:cubicBezTo>
                    <a:pt x="91" y="2"/>
                    <a:pt x="91" y="2"/>
                    <a:pt x="91" y="2"/>
                  </a:cubicBezTo>
                  <a:cubicBezTo>
                    <a:pt x="91" y="2"/>
                    <a:pt x="91" y="2"/>
                    <a:pt x="91" y="2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4" y="14"/>
                    <a:pt x="104" y="14"/>
                  </a:cubicBezTo>
                  <a:cubicBezTo>
                    <a:pt x="105" y="15"/>
                    <a:pt x="105" y="17"/>
                    <a:pt x="104" y="18"/>
                  </a:cubicBezTo>
                  <a:cubicBezTo>
                    <a:pt x="91" y="31"/>
                    <a:pt x="91" y="31"/>
                    <a:pt x="91" y="31"/>
                  </a:cubicBezTo>
                  <a:cubicBezTo>
                    <a:pt x="90" y="32"/>
                    <a:pt x="89" y="32"/>
                    <a:pt x="88" y="32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7" y="34"/>
                    <a:pt x="77" y="34"/>
                    <a:pt x="77" y="34"/>
                  </a:cubicBezTo>
                  <a:cubicBezTo>
                    <a:pt x="81" y="39"/>
                    <a:pt x="83" y="46"/>
                    <a:pt x="83" y="53"/>
                  </a:cubicBezTo>
                  <a:cubicBezTo>
                    <a:pt x="83" y="62"/>
                    <a:pt x="80" y="70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68" y="82"/>
                    <a:pt x="60" y="85"/>
                    <a:pt x="51" y="85"/>
                  </a:cubicBezTo>
                  <a:cubicBezTo>
                    <a:pt x="43" y="85"/>
                    <a:pt x="35" y="82"/>
                    <a:pt x="29" y="76"/>
                  </a:cubicBezTo>
                  <a:cubicBezTo>
                    <a:pt x="23" y="70"/>
                    <a:pt x="19" y="62"/>
                    <a:pt x="19" y="53"/>
                  </a:cubicBezTo>
                  <a:cubicBezTo>
                    <a:pt x="19" y="45"/>
                    <a:pt x="23" y="37"/>
                    <a:pt x="29" y="31"/>
                  </a:cubicBezTo>
                  <a:cubicBezTo>
                    <a:pt x="35" y="25"/>
                    <a:pt x="43" y="21"/>
                    <a:pt x="51" y="21"/>
                  </a:cubicBezTo>
                  <a:cubicBezTo>
                    <a:pt x="59" y="21"/>
                    <a:pt x="66" y="24"/>
                    <a:pt x="71" y="28"/>
                  </a:cubicBezTo>
                  <a:cubicBezTo>
                    <a:pt x="75" y="24"/>
                    <a:pt x="75" y="24"/>
                    <a:pt x="75" y="24"/>
                  </a:cubicBezTo>
                  <a:cubicBezTo>
                    <a:pt x="73" y="17"/>
                    <a:pt x="73" y="17"/>
                    <a:pt x="73" y="17"/>
                  </a:cubicBezTo>
                  <a:cubicBezTo>
                    <a:pt x="73" y="16"/>
                    <a:pt x="73" y="15"/>
                    <a:pt x="73" y="1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2" y="39"/>
                    <a:pt x="94" y="36"/>
                    <a:pt x="96" y="36"/>
                  </a:cubicBezTo>
                  <a:cubicBezTo>
                    <a:pt x="98" y="35"/>
                    <a:pt x="100" y="36"/>
                    <a:pt x="101" y="38"/>
                  </a:cubicBezTo>
                  <a:cubicBezTo>
                    <a:pt x="102" y="41"/>
                    <a:pt x="102" y="43"/>
                    <a:pt x="102" y="46"/>
                  </a:cubicBezTo>
                  <a:cubicBezTo>
                    <a:pt x="103" y="48"/>
                    <a:pt x="103" y="51"/>
                    <a:pt x="103" y="53"/>
                  </a:cubicBezTo>
                  <a:cubicBezTo>
                    <a:pt x="103" y="68"/>
                    <a:pt x="97" y="81"/>
                    <a:pt x="88" y="90"/>
                  </a:cubicBezTo>
                  <a:cubicBezTo>
                    <a:pt x="79" y="99"/>
                    <a:pt x="66" y="105"/>
                    <a:pt x="51" y="105"/>
                  </a:cubicBezTo>
                  <a:cubicBezTo>
                    <a:pt x="37" y="105"/>
                    <a:pt x="24" y="99"/>
                    <a:pt x="15" y="90"/>
                  </a:cubicBezTo>
                  <a:cubicBezTo>
                    <a:pt x="6" y="81"/>
                    <a:pt x="0" y="68"/>
                    <a:pt x="0" y="53"/>
                  </a:cubicBezTo>
                  <a:cubicBezTo>
                    <a:pt x="0" y="39"/>
                    <a:pt x="6" y="26"/>
                    <a:pt x="15" y="17"/>
                  </a:cubicBezTo>
                  <a:cubicBezTo>
                    <a:pt x="24" y="8"/>
                    <a:pt x="37" y="2"/>
                    <a:pt x="51" y="2"/>
                  </a:cubicBezTo>
                  <a:cubicBezTo>
                    <a:pt x="54" y="2"/>
                    <a:pt x="57" y="2"/>
                    <a:pt x="59" y="2"/>
                  </a:cubicBezTo>
                  <a:cubicBezTo>
                    <a:pt x="62" y="3"/>
                    <a:pt x="64" y="3"/>
                    <a:pt x="66" y="4"/>
                  </a:cubicBezTo>
                  <a:cubicBezTo>
                    <a:pt x="69" y="5"/>
                    <a:pt x="70" y="7"/>
                    <a:pt x="69" y="9"/>
                  </a:cubicBezTo>
                  <a:cubicBezTo>
                    <a:pt x="69" y="11"/>
                    <a:pt x="66" y="13"/>
                    <a:pt x="64" y="12"/>
                  </a:cubicBezTo>
                  <a:cubicBezTo>
                    <a:pt x="62" y="11"/>
                    <a:pt x="60" y="11"/>
                    <a:pt x="58" y="11"/>
                  </a:cubicBezTo>
                  <a:cubicBezTo>
                    <a:pt x="56" y="10"/>
                    <a:pt x="54" y="10"/>
                    <a:pt x="51" y="10"/>
                  </a:cubicBezTo>
                  <a:cubicBezTo>
                    <a:pt x="39" y="10"/>
                    <a:pt x="29" y="15"/>
                    <a:pt x="21" y="23"/>
                  </a:cubicBezTo>
                  <a:cubicBezTo>
                    <a:pt x="13" y="31"/>
                    <a:pt x="8" y="41"/>
                    <a:pt x="8" y="53"/>
                  </a:cubicBezTo>
                  <a:cubicBezTo>
                    <a:pt x="8" y="65"/>
                    <a:pt x="13" y="76"/>
                    <a:pt x="21" y="84"/>
                  </a:cubicBezTo>
                  <a:cubicBezTo>
                    <a:pt x="29" y="92"/>
                    <a:pt x="39" y="97"/>
                    <a:pt x="51" y="97"/>
                  </a:cubicBezTo>
                  <a:cubicBezTo>
                    <a:pt x="63" y="97"/>
                    <a:pt x="74" y="92"/>
                    <a:pt x="82" y="84"/>
                  </a:cubicBezTo>
                  <a:cubicBezTo>
                    <a:pt x="90" y="76"/>
                    <a:pt x="95" y="65"/>
                    <a:pt x="95" y="53"/>
                  </a:cubicBezTo>
                  <a:cubicBezTo>
                    <a:pt x="95" y="51"/>
                    <a:pt x="95" y="49"/>
                    <a:pt x="94" y="47"/>
                  </a:cubicBezTo>
                  <a:cubicBezTo>
                    <a:pt x="94" y="45"/>
                    <a:pt x="94" y="43"/>
                    <a:pt x="93" y="41"/>
                  </a:cubicBezTo>
                  <a:close/>
                  <a:moveTo>
                    <a:pt x="51" y="39"/>
                  </a:moveTo>
                  <a:cubicBezTo>
                    <a:pt x="51" y="39"/>
                    <a:pt x="51" y="39"/>
                    <a:pt x="51" y="39"/>
                  </a:cubicBezTo>
                  <a:cubicBezTo>
                    <a:pt x="54" y="39"/>
                    <a:pt x="56" y="39"/>
                    <a:pt x="59" y="41"/>
                  </a:cubicBezTo>
                  <a:cubicBezTo>
                    <a:pt x="67" y="32"/>
                    <a:pt x="67" y="32"/>
                    <a:pt x="67" y="32"/>
                  </a:cubicBezTo>
                  <a:cubicBezTo>
                    <a:pt x="63" y="28"/>
                    <a:pt x="57" y="26"/>
                    <a:pt x="51" y="26"/>
                  </a:cubicBezTo>
                  <a:cubicBezTo>
                    <a:pt x="44" y="26"/>
                    <a:pt x="37" y="29"/>
                    <a:pt x="32" y="34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27" y="39"/>
                    <a:pt x="24" y="46"/>
                    <a:pt x="24" y="53"/>
                  </a:cubicBezTo>
                  <a:cubicBezTo>
                    <a:pt x="24" y="61"/>
                    <a:pt x="27" y="68"/>
                    <a:pt x="32" y="73"/>
                  </a:cubicBezTo>
                  <a:cubicBezTo>
                    <a:pt x="37" y="78"/>
                    <a:pt x="44" y="81"/>
                    <a:pt x="51" y="81"/>
                  </a:cubicBezTo>
                  <a:cubicBezTo>
                    <a:pt x="59" y="81"/>
                    <a:pt x="66" y="78"/>
                    <a:pt x="71" y="73"/>
                  </a:cubicBezTo>
                  <a:cubicBezTo>
                    <a:pt x="71" y="73"/>
                    <a:pt x="71" y="73"/>
                    <a:pt x="71" y="73"/>
                  </a:cubicBezTo>
                  <a:cubicBezTo>
                    <a:pt x="76" y="68"/>
                    <a:pt x="79" y="61"/>
                    <a:pt x="79" y="53"/>
                  </a:cubicBezTo>
                  <a:cubicBezTo>
                    <a:pt x="79" y="47"/>
                    <a:pt x="77" y="42"/>
                    <a:pt x="73" y="37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5" y="48"/>
                    <a:pt x="66" y="51"/>
                    <a:pt x="66" y="53"/>
                  </a:cubicBezTo>
                  <a:cubicBezTo>
                    <a:pt x="66" y="57"/>
                    <a:pt x="64" y="61"/>
                    <a:pt x="62" y="64"/>
                  </a:cubicBezTo>
                  <a:cubicBezTo>
                    <a:pt x="62" y="64"/>
                    <a:pt x="62" y="64"/>
                    <a:pt x="62" y="64"/>
                  </a:cubicBezTo>
                  <a:cubicBezTo>
                    <a:pt x="59" y="66"/>
                    <a:pt x="55" y="68"/>
                    <a:pt x="51" y="68"/>
                  </a:cubicBezTo>
                  <a:cubicBezTo>
                    <a:pt x="47" y="68"/>
                    <a:pt x="44" y="66"/>
                    <a:pt x="41" y="64"/>
                  </a:cubicBezTo>
                  <a:cubicBezTo>
                    <a:pt x="38" y="61"/>
                    <a:pt x="37" y="57"/>
                    <a:pt x="37" y="53"/>
                  </a:cubicBezTo>
                  <a:cubicBezTo>
                    <a:pt x="37" y="49"/>
                    <a:pt x="38" y="46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4" y="40"/>
                    <a:pt x="47" y="39"/>
                    <a:pt x="51" y="39"/>
                  </a:cubicBezTo>
                  <a:close/>
                  <a:moveTo>
                    <a:pt x="55" y="44"/>
                  </a:moveTo>
                  <a:cubicBezTo>
                    <a:pt x="55" y="44"/>
                    <a:pt x="55" y="44"/>
                    <a:pt x="55" y="44"/>
                  </a:cubicBezTo>
                  <a:cubicBezTo>
                    <a:pt x="54" y="44"/>
                    <a:pt x="53" y="44"/>
                    <a:pt x="51" y="44"/>
                  </a:cubicBezTo>
                  <a:cubicBezTo>
                    <a:pt x="49" y="44"/>
                    <a:pt x="46" y="45"/>
                    <a:pt x="45" y="46"/>
                  </a:cubicBezTo>
                  <a:cubicBezTo>
                    <a:pt x="43" y="48"/>
                    <a:pt x="42" y="51"/>
                    <a:pt x="42" y="53"/>
                  </a:cubicBezTo>
                  <a:cubicBezTo>
                    <a:pt x="42" y="56"/>
                    <a:pt x="43" y="59"/>
                    <a:pt x="45" y="60"/>
                  </a:cubicBezTo>
                  <a:cubicBezTo>
                    <a:pt x="46" y="62"/>
                    <a:pt x="49" y="63"/>
                    <a:pt x="51" y="63"/>
                  </a:cubicBezTo>
                  <a:cubicBezTo>
                    <a:pt x="54" y="63"/>
                    <a:pt x="57" y="62"/>
                    <a:pt x="58" y="60"/>
                  </a:cubicBezTo>
                  <a:cubicBezTo>
                    <a:pt x="58" y="60"/>
                    <a:pt x="58" y="60"/>
                    <a:pt x="58" y="60"/>
                  </a:cubicBezTo>
                  <a:cubicBezTo>
                    <a:pt x="60" y="59"/>
                    <a:pt x="61" y="56"/>
                    <a:pt x="61" y="53"/>
                  </a:cubicBezTo>
                  <a:cubicBezTo>
                    <a:pt x="61" y="52"/>
                    <a:pt x="61" y="51"/>
                    <a:pt x="61" y="50"/>
                  </a:cubicBezTo>
                  <a:cubicBezTo>
                    <a:pt x="54" y="56"/>
                    <a:pt x="54" y="56"/>
                    <a:pt x="54" y="56"/>
                  </a:cubicBezTo>
                  <a:cubicBezTo>
                    <a:pt x="53" y="58"/>
                    <a:pt x="50" y="58"/>
                    <a:pt x="49" y="56"/>
                  </a:cubicBezTo>
                  <a:cubicBezTo>
                    <a:pt x="47" y="55"/>
                    <a:pt x="47" y="52"/>
                    <a:pt x="49" y="51"/>
                  </a:cubicBezTo>
                  <a:cubicBezTo>
                    <a:pt x="55" y="44"/>
                    <a:pt x="55" y="44"/>
                    <a:pt x="55" y="44"/>
                  </a:cubicBezTo>
                  <a:close/>
                  <a:moveTo>
                    <a:pt x="87" y="7"/>
                  </a:moveTo>
                  <a:cubicBezTo>
                    <a:pt x="87" y="7"/>
                    <a:pt x="87" y="7"/>
                    <a:pt x="87" y="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89" y="13"/>
                    <a:pt x="89" y="13"/>
                    <a:pt x="89" y="13"/>
                  </a:cubicBezTo>
                  <a:cubicBezTo>
                    <a:pt x="87" y="7"/>
                    <a:pt x="87" y="7"/>
                    <a:pt x="87" y="7"/>
                  </a:cubicBezTo>
                  <a:close/>
                  <a:moveTo>
                    <a:pt x="92" y="16"/>
                  </a:moveTo>
                  <a:cubicBezTo>
                    <a:pt x="92" y="16"/>
                    <a:pt x="92" y="16"/>
                    <a:pt x="92" y="1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8" y="27"/>
                    <a:pt x="88" y="27"/>
                    <a:pt x="88" y="27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2" y="16"/>
                    <a:pt x="92" y="16"/>
                    <a:pt x="92" y="16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p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604" name="Freeform 28"/>
            <p:cNvSpPr/>
            <p:nvPr/>
          </p:nvSpPr>
          <p:spPr bwMode="auto">
            <a:xfrm>
              <a:off x="0" y="861"/>
              <a:ext cx="1051" cy="232"/>
            </a:xfrm>
            <a:custGeom>
              <a:avLst/>
              <a:gdLst>
                <a:gd name="T0" fmla="*/ 61 w 535"/>
                <a:gd name="T1" fmla="*/ 0 h 121"/>
                <a:gd name="T2" fmla="*/ 0 w 535"/>
                <a:gd name="T3" fmla="*/ 60 h 121"/>
                <a:gd name="T4" fmla="*/ 61 w 535"/>
                <a:gd name="T5" fmla="*/ 121 h 121"/>
                <a:gd name="T6" fmla="*/ 535 w 535"/>
                <a:gd name="T7" fmla="*/ 121 h 121"/>
                <a:gd name="T8" fmla="*/ 535 w 535"/>
                <a:gd name="T9" fmla="*/ 0 h 121"/>
                <a:gd name="T10" fmla="*/ 61 w 535"/>
                <a:gd name="T11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5" h="121">
                  <a:moveTo>
                    <a:pt x="61" y="0"/>
                  </a:moveTo>
                  <a:cubicBezTo>
                    <a:pt x="27" y="0"/>
                    <a:pt x="0" y="27"/>
                    <a:pt x="0" y="60"/>
                  </a:cubicBezTo>
                  <a:cubicBezTo>
                    <a:pt x="0" y="93"/>
                    <a:pt x="27" y="121"/>
                    <a:pt x="61" y="121"/>
                  </a:cubicBezTo>
                  <a:cubicBezTo>
                    <a:pt x="535" y="121"/>
                    <a:pt x="535" y="121"/>
                    <a:pt x="535" y="121"/>
                  </a:cubicBezTo>
                  <a:cubicBezTo>
                    <a:pt x="535" y="0"/>
                    <a:pt x="535" y="0"/>
                    <a:pt x="535" y="0"/>
                  </a:cubicBezTo>
                  <a:lnTo>
                    <a:pt x="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p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605" name="Freeform 29"/>
            <p:cNvSpPr/>
            <p:nvPr/>
          </p:nvSpPr>
          <p:spPr bwMode="auto">
            <a:xfrm>
              <a:off x="0" y="1093"/>
              <a:ext cx="1051" cy="231"/>
            </a:xfrm>
            <a:custGeom>
              <a:avLst/>
              <a:gdLst>
                <a:gd name="T0" fmla="*/ 61 w 535"/>
                <a:gd name="T1" fmla="*/ 0 h 121"/>
                <a:gd name="T2" fmla="*/ 0 w 535"/>
                <a:gd name="T3" fmla="*/ 60 h 121"/>
                <a:gd name="T4" fmla="*/ 61 w 535"/>
                <a:gd name="T5" fmla="*/ 121 h 121"/>
                <a:gd name="T6" fmla="*/ 535 w 535"/>
                <a:gd name="T7" fmla="*/ 121 h 121"/>
                <a:gd name="T8" fmla="*/ 535 w 535"/>
                <a:gd name="T9" fmla="*/ 0 h 121"/>
                <a:gd name="T10" fmla="*/ 61 w 535"/>
                <a:gd name="T11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5" h="121">
                  <a:moveTo>
                    <a:pt x="61" y="0"/>
                  </a:moveTo>
                  <a:cubicBezTo>
                    <a:pt x="27" y="0"/>
                    <a:pt x="0" y="27"/>
                    <a:pt x="0" y="60"/>
                  </a:cubicBezTo>
                  <a:cubicBezTo>
                    <a:pt x="0" y="93"/>
                    <a:pt x="27" y="121"/>
                    <a:pt x="61" y="121"/>
                  </a:cubicBezTo>
                  <a:cubicBezTo>
                    <a:pt x="535" y="121"/>
                    <a:pt x="535" y="121"/>
                    <a:pt x="535" y="121"/>
                  </a:cubicBezTo>
                  <a:cubicBezTo>
                    <a:pt x="535" y="0"/>
                    <a:pt x="535" y="0"/>
                    <a:pt x="535" y="0"/>
                  </a:cubicBezTo>
                  <a:lnTo>
                    <a:pt x="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p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606" name="Freeform 30"/>
            <p:cNvSpPr/>
            <p:nvPr/>
          </p:nvSpPr>
          <p:spPr bwMode="auto">
            <a:xfrm>
              <a:off x="983" y="2"/>
              <a:ext cx="1063" cy="231"/>
            </a:xfrm>
            <a:custGeom>
              <a:avLst/>
              <a:gdLst>
                <a:gd name="T0" fmla="*/ 475 w 535"/>
                <a:gd name="T1" fmla="*/ 0 h 121"/>
                <a:gd name="T2" fmla="*/ 0 w 535"/>
                <a:gd name="T3" fmla="*/ 0 h 121"/>
                <a:gd name="T4" fmla="*/ 0 w 535"/>
                <a:gd name="T5" fmla="*/ 121 h 121"/>
                <a:gd name="T6" fmla="*/ 475 w 535"/>
                <a:gd name="T7" fmla="*/ 121 h 121"/>
                <a:gd name="T8" fmla="*/ 535 w 535"/>
                <a:gd name="T9" fmla="*/ 60 h 121"/>
                <a:gd name="T10" fmla="*/ 475 w 535"/>
                <a:gd name="T11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5" h="121">
                  <a:moveTo>
                    <a:pt x="47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475" y="121"/>
                    <a:pt x="475" y="121"/>
                    <a:pt x="475" y="121"/>
                  </a:cubicBezTo>
                  <a:cubicBezTo>
                    <a:pt x="508" y="121"/>
                    <a:pt x="535" y="93"/>
                    <a:pt x="535" y="60"/>
                  </a:cubicBezTo>
                  <a:cubicBezTo>
                    <a:pt x="535" y="27"/>
                    <a:pt x="508" y="0"/>
                    <a:pt x="4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p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607" name="Freeform 31"/>
            <p:cNvSpPr/>
            <p:nvPr/>
          </p:nvSpPr>
          <p:spPr bwMode="auto">
            <a:xfrm>
              <a:off x="983" y="233"/>
              <a:ext cx="1063" cy="231"/>
            </a:xfrm>
            <a:custGeom>
              <a:avLst/>
              <a:gdLst>
                <a:gd name="T0" fmla="*/ 475 w 535"/>
                <a:gd name="T1" fmla="*/ 0 h 121"/>
                <a:gd name="T2" fmla="*/ 0 w 535"/>
                <a:gd name="T3" fmla="*/ 0 h 121"/>
                <a:gd name="T4" fmla="*/ 0 w 535"/>
                <a:gd name="T5" fmla="*/ 121 h 121"/>
                <a:gd name="T6" fmla="*/ 475 w 535"/>
                <a:gd name="T7" fmla="*/ 121 h 121"/>
                <a:gd name="T8" fmla="*/ 535 w 535"/>
                <a:gd name="T9" fmla="*/ 60 h 121"/>
                <a:gd name="T10" fmla="*/ 475 w 535"/>
                <a:gd name="T11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5" h="121">
                  <a:moveTo>
                    <a:pt x="47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475" y="121"/>
                    <a:pt x="475" y="121"/>
                    <a:pt x="475" y="121"/>
                  </a:cubicBezTo>
                  <a:cubicBezTo>
                    <a:pt x="508" y="121"/>
                    <a:pt x="535" y="93"/>
                    <a:pt x="535" y="60"/>
                  </a:cubicBezTo>
                  <a:cubicBezTo>
                    <a:pt x="535" y="27"/>
                    <a:pt x="508" y="0"/>
                    <a:pt x="4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p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63" name="Oval 15"/>
          <p:cNvSpPr>
            <a:spLocks noChangeArrowheads="1"/>
          </p:cNvSpPr>
          <p:nvPr/>
        </p:nvSpPr>
        <p:spPr bwMode="auto">
          <a:xfrm>
            <a:off x="3695700" y="2347218"/>
            <a:ext cx="323850" cy="3239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664" name="Oval 16"/>
          <p:cNvSpPr>
            <a:spLocks noChangeArrowheads="1"/>
          </p:cNvSpPr>
          <p:nvPr/>
        </p:nvSpPr>
        <p:spPr bwMode="auto">
          <a:xfrm>
            <a:off x="3695700" y="3068166"/>
            <a:ext cx="323850" cy="3239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665" name="Oval 17"/>
          <p:cNvSpPr>
            <a:spLocks noChangeArrowheads="1"/>
          </p:cNvSpPr>
          <p:nvPr/>
        </p:nvSpPr>
        <p:spPr bwMode="auto">
          <a:xfrm>
            <a:off x="3695700" y="3792289"/>
            <a:ext cx="323850" cy="32077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666" name="Oval 18"/>
          <p:cNvSpPr>
            <a:spLocks noChangeArrowheads="1"/>
          </p:cNvSpPr>
          <p:nvPr/>
        </p:nvSpPr>
        <p:spPr bwMode="auto">
          <a:xfrm>
            <a:off x="3695700" y="1474441"/>
            <a:ext cx="323850" cy="3239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7667" name="Group 19"/>
          <p:cNvGrpSpPr/>
          <p:nvPr/>
        </p:nvGrpSpPr>
        <p:grpSpPr bwMode="auto">
          <a:xfrm>
            <a:off x="1253808" y="1445506"/>
            <a:ext cx="1733550" cy="2528080"/>
            <a:chOff x="0" y="0"/>
            <a:chExt cx="1335" cy="1947"/>
          </a:xfrm>
        </p:grpSpPr>
        <p:sp>
          <p:nvSpPr>
            <p:cNvPr id="27668" name="Freeform 20"/>
            <p:cNvSpPr>
              <a:spLocks noEditPoints="1"/>
            </p:cNvSpPr>
            <p:nvPr/>
          </p:nvSpPr>
          <p:spPr bwMode="auto">
            <a:xfrm>
              <a:off x="0" y="0"/>
              <a:ext cx="1335" cy="1609"/>
            </a:xfrm>
            <a:custGeom>
              <a:avLst/>
              <a:gdLst>
                <a:gd name="T0" fmla="*/ 282 w 565"/>
                <a:gd name="T1" fmla="*/ 0 h 681"/>
                <a:gd name="T2" fmla="*/ 0 w 565"/>
                <a:gd name="T3" fmla="*/ 283 h 681"/>
                <a:gd name="T4" fmla="*/ 72 w 565"/>
                <a:gd name="T5" fmla="*/ 472 h 681"/>
                <a:gd name="T6" fmla="*/ 72 w 565"/>
                <a:gd name="T7" fmla="*/ 472 h 681"/>
                <a:gd name="T8" fmla="*/ 73 w 565"/>
                <a:gd name="T9" fmla="*/ 473 h 681"/>
                <a:gd name="T10" fmla="*/ 85 w 565"/>
                <a:gd name="T11" fmla="*/ 486 h 681"/>
                <a:gd name="T12" fmla="*/ 151 w 565"/>
                <a:gd name="T13" fmla="*/ 568 h 681"/>
                <a:gd name="T14" fmla="*/ 232 w 565"/>
                <a:gd name="T15" fmla="*/ 681 h 681"/>
                <a:gd name="T16" fmla="*/ 275 w 565"/>
                <a:gd name="T17" fmla="*/ 681 h 681"/>
                <a:gd name="T18" fmla="*/ 289 w 565"/>
                <a:gd name="T19" fmla="*/ 681 h 681"/>
                <a:gd name="T20" fmla="*/ 332 w 565"/>
                <a:gd name="T21" fmla="*/ 681 h 681"/>
                <a:gd name="T22" fmla="*/ 414 w 565"/>
                <a:gd name="T23" fmla="*/ 568 h 681"/>
                <a:gd name="T24" fmla="*/ 477 w 565"/>
                <a:gd name="T25" fmla="*/ 488 h 681"/>
                <a:gd name="T26" fmla="*/ 565 w 565"/>
                <a:gd name="T27" fmla="*/ 283 h 681"/>
                <a:gd name="T28" fmla="*/ 282 w 565"/>
                <a:gd name="T29" fmla="*/ 0 h 681"/>
                <a:gd name="T30" fmla="*/ 388 w 565"/>
                <a:gd name="T31" fmla="*/ 410 h 681"/>
                <a:gd name="T32" fmla="*/ 354 w 565"/>
                <a:gd name="T33" fmla="*/ 455 h 681"/>
                <a:gd name="T34" fmla="*/ 309 w 565"/>
                <a:gd name="T35" fmla="*/ 520 h 681"/>
                <a:gd name="T36" fmla="*/ 286 w 565"/>
                <a:gd name="T37" fmla="*/ 520 h 681"/>
                <a:gd name="T38" fmla="*/ 279 w 565"/>
                <a:gd name="T39" fmla="*/ 520 h 681"/>
                <a:gd name="T40" fmla="*/ 255 w 565"/>
                <a:gd name="T41" fmla="*/ 520 h 681"/>
                <a:gd name="T42" fmla="*/ 211 w 565"/>
                <a:gd name="T43" fmla="*/ 455 h 681"/>
                <a:gd name="T44" fmla="*/ 176 w 565"/>
                <a:gd name="T45" fmla="*/ 408 h 681"/>
                <a:gd name="T46" fmla="*/ 169 w 565"/>
                <a:gd name="T47" fmla="*/ 401 h 681"/>
                <a:gd name="T48" fmla="*/ 168 w 565"/>
                <a:gd name="T49" fmla="*/ 400 h 681"/>
                <a:gd name="T50" fmla="*/ 168 w 565"/>
                <a:gd name="T51" fmla="*/ 400 h 681"/>
                <a:gd name="T52" fmla="*/ 129 w 565"/>
                <a:gd name="T53" fmla="*/ 292 h 681"/>
                <a:gd name="T54" fmla="*/ 282 w 565"/>
                <a:gd name="T55" fmla="*/ 129 h 681"/>
                <a:gd name="T56" fmla="*/ 436 w 565"/>
                <a:gd name="T57" fmla="*/ 292 h 681"/>
                <a:gd name="T58" fmla="*/ 388 w 565"/>
                <a:gd name="T59" fmla="*/ 410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65" h="681">
                  <a:moveTo>
                    <a:pt x="282" y="0"/>
                  </a:moveTo>
                  <a:cubicBezTo>
                    <a:pt x="126" y="0"/>
                    <a:pt x="0" y="127"/>
                    <a:pt x="0" y="283"/>
                  </a:cubicBezTo>
                  <a:cubicBezTo>
                    <a:pt x="0" y="356"/>
                    <a:pt x="27" y="422"/>
                    <a:pt x="72" y="472"/>
                  </a:cubicBezTo>
                  <a:cubicBezTo>
                    <a:pt x="72" y="472"/>
                    <a:pt x="72" y="472"/>
                    <a:pt x="72" y="472"/>
                  </a:cubicBezTo>
                  <a:cubicBezTo>
                    <a:pt x="72" y="472"/>
                    <a:pt x="72" y="473"/>
                    <a:pt x="73" y="473"/>
                  </a:cubicBezTo>
                  <a:cubicBezTo>
                    <a:pt x="77" y="478"/>
                    <a:pt x="81" y="482"/>
                    <a:pt x="85" y="486"/>
                  </a:cubicBezTo>
                  <a:cubicBezTo>
                    <a:pt x="102" y="504"/>
                    <a:pt x="131" y="536"/>
                    <a:pt x="151" y="568"/>
                  </a:cubicBezTo>
                  <a:cubicBezTo>
                    <a:pt x="180" y="615"/>
                    <a:pt x="165" y="681"/>
                    <a:pt x="232" y="681"/>
                  </a:cubicBezTo>
                  <a:cubicBezTo>
                    <a:pt x="275" y="681"/>
                    <a:pt x="275" y="681"/>
                    <a:pt x="275" y="681"/>
                  </a:cubicBezTo>
                  <a:cubicBezTo>
                    <a:pt x="289" y="681"/>
                    <a:pt x="289" y="681"/>
                    <a:pt x="289" y="681"/>
                  </a:cubicBezTo>
                  <a:cubicBezTo>
                    <a:pt x="332" y="681"/>
                    <a:pt x="332" y="681"/>
                    <a:pt x="332" y="681"/>
                  </a:cubicBezTo>
                  <a:cubicBezTo>
                    <a:pt x="399" y="681"/>
                    <a:pt x="385" y="615"/>
                    <a:pt x="414" y="568"/>
                  </a:cubicBezTo>
                  <a:cubicBezTo>
                    <a:pt x="433" y="538"/>
                    <a:pt x="460" y="507"/>
                    <a:pt x="477" y="488"/>
                  </a:cubicBezTo>
                  <a:cubicBezTo>
                    <a:pt x="531" y="437"/>
                    <a:pt x="565" y="364"/>
                    <a:pt x="565" y="283"/>
                  </a:cubicBezTo>
                  <a:cubicBezTo>
                    <a:pt x="565" y="127"/>
                    <a:pt x="439" y="0"/>
                    <a:pt x="282" y="0"/>
                  </a:cubicBezTo>
                  <a:close/>
                  <a:moveTo>
                    <a:pt x="388" y="410"/>
                  </a:moveTo>
                  <a:cubicBezTo>
                    <a:pt x="379" y="420"/>
                    <a:pt x="364" y="438"/>
                    <a:pt x="354" y="455"/>
                  </a:cubicBezTo>
                  <a:cubicBezTo>
                    <a:pt x="338" y="482"/>
                    <a:pt x="346" y="520"/>
                    <a:pt x="309" y="520"/>
                  </a:cubicBezTo>
                  <a:cubicBezTo>
                    <a:pt x="286" y="520"/>
                    <a:pt x="286" y="520"/>
                    <a:pt x="286" y="520"/>
                  </a:cubicBezTo>
                  <a:cubicBezTo>
                    <a:pt x="279" y="520"/>
                    <a:pt x="279" y="520"/>
                    <a:pt x="279" y="520"/>
                  </a:cubicBezTo>
                  <a:cubicBezTo>
                    <a:pt x="255" y="520"/>
                    <a:pt x="255" y="520"/>
                    <a:pt x="255" y="520"/>
                  </a:cubicBezTo>
                  <a:cubicBezTo>
                    <a:pt x="219" y="520"/>
                    <a:pt x="227" y="482"/>
                    <a:pt x="211" y="455"/>
                  </a:cubicBezTo>
                  <a:cubicBezTo>
                    <a:pt x="201" y="437"/>
                    <a:pt x="185" y="419"/>
                    <a:pt x="176" y="408"/>
                  </a:cubicBezTo>
                  <a:cubicBezTo>
                    <a:pt x="173" y="406"/>
                    <a:pt x="171" y="403"/>
                    <a:pt x="169" y="401"/>
                  </a:cubicBezTo>
                  <a:cubicBezTo>
                    <a:pt x="169" y="401"/>
                    <a:pt x="168" y="400"/>
                    <a:pt x="168" y="400"/>
                  </a:cubicBezTo>
                  <a:cubicBezTo>
                    <a:pt x="168" y="400"/>
                    <a:pt x="168" y="400"/>
                    <a:pt x="168" y="400"/>
                  </a:cubicBezTo>
                  <a:cubicBezTo>
                    <a:pt x="144" y="371"/>
                    <a:pt x="129" y="333"/>
                    <a:pt x="129" y="292"/>
                  </a:cubicBezTo>
                  <a:cubicBezTo>
                    <a:pt x="129" y="202"/>
                    <a:pt x="198" y="129"/>
                    <a:pt x="282" y="129"/>
                  </a:cubicBezTo>
                  <a:cubicBezTo>
                    <a:pt x="367" y="129"/>
                    <a:pt x="436" y="202"/>
                    <a:pt x="436" y="292"/>
                  </a:cubicBezTo>
                  <a:cubicBezTo>
                    <a:pt x="436" y="338"/>
                    <a:pt x="417" y="380"/>
                    <a:pt x="388" y="4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1"/>
                </a:solidFill>
              </a:endParaRPr>
            </a:p>
          </p:txBody>
        </p:sp>
        <p:sp>
          <p:nvSpPr>
            <p:cNvPr id="27669" name="Freeform 21"/>
            <p:cNvSpPr/>
            <p:nvPr/>
          </p:nvSpPr>
          <p:spPr bwMode="auto">
            <a:xfrm>
              <a:off x="442" y="1621"/>
              <a:ext cx="449" cy="108"/>
            </a:xfrm>
            <a:custGeom>
              <a:avLst/>
              <a:gdLst>
                <a:gd name="T0" fmla="*/ 168 w 190"/>
                <a:gd name="T1" fmla="*/ 0 h 46"/>
                <a:gd name="T2" fmla="*/ 20 w 190"/>
                <a:gd name="T3" fmla="*/ 0 h 46"/>
                <a:gd name="T4" fmla="*/ 0 w 190"/>
                <a:gd name="T5" fmla="*/ 23 h 46"/>
                <a:gd name="T6" fmla="*/ 0 w 190"/>
                <a:gd name="T7" fmla="*/ 24 h 46"/>
                <a:gd name="T8" fmla="*/ 20 w 190"/>
                <a:gd name="T9" fmla="*/ 46 h 46"/>
                <a:gd name="T10" fmla="*/ 168 w 190"/>
                <a:gd name="T11" fmla="*/ 46 h 46"/>
                <a:gd name="T12" fmla="*/ 190 w 190"/>
                <a:gd name="T13" fmla="*/ 24 h 46"/>
                <a:gd name="T14" fmla="*/ 190 w 190"/>
                <a:gd name="T15" fmla="*/ 23 h 46"/>
                <a:gd name="T16" fmla="*/ 168 w 190"/>
                <a:gd name="T17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0" h="46">
                  <a:moveTo>
                    <a:pt x="168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12"/>
                    <a:pt x="0" y="23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35"/>
                    <a:pt x="9" y="46"/>
                    <a:pt x="20" y="46"/>
                  </a:cubicBezTo>
                  <a:cubicBezTo>
                    <a:pt x="168" y="46"/>
                    <a:pt x="168" y="46"/>
                    <a:pt x="168" y="46"/>
                  </a:cubicBezTo>
                  <a:cubicBezTo>
                    <a:pt x="180" y="46"/>
                    <a:pt x="190" y="35"/>
                    <a:pt x="190" y="24"/>
                  </a:cubicBezTo>
                  <a:cubicBezTo>
                    <a:pt x="190" y="23"/>
                    <a:pt x="190" y="23"/>
                    <a:pt x="190" y="23"/>
                  </a:cubicBezTo>
                  <a:cubicBezTo>
                    <a:pt x="190" y="12"/>
                    <a:pt x="180" y="0"/>
                    <a:pt x="168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0" name="Freeform 22"/>
            <p:cNvSpPr/>
            <p:nvPr/>
          </p:nvSpPr>
          <p:spPr bwMode="auto">
            <a:xfrm>
              <a:off x="442" y="1748"/>
              <a:ext cx="449" cy="199"/>
            </a:xfrm>
            <a:custGeom>
              <a:avLst/>
              <a:gdLst>
                <a:gd name="T0" fmla="*/ 168 w 190"/>
                <a:gd name="T1" fmla="*/ 0 h 84"/>
                <a:gd name="T2" fmla="*/ 20 w 190"/>
                <a:gd name="T3" fmla="*/ 0 h 84"/>
                <a:gd name="T4" fmla="*/ 0 w 190"/>
                <a:gd name="T5" fmla="*/ 22 h 84"/>
                <a:gd name="T6" fmla="*/ 0 w 190"/>
                <a:gd name="T7" fmla="*/ 22 h 84"/>
                <a:gd name="T8" fmla="*/ 20 w 190"/>
                <a:gd name="T9" fmla="*/ 41 h 84"/>
                <a:gd name="T10" fmla="*/ 48 w 190"/>
                <a:gd name="T11" fmla="*/ 41 h 84"/>
                <a:gd name="T12" fmla="*/ 48 w 190"/>
                <a:gd name="T13" fmla="*/ 46 h 84"/>
                <a:gd name="T14" fmla="*/ 95 w 190"/>
                <a:gd name="T15" fmla="*/ 84 h 84"/>
                <a:gd name="T16" fmla="*/ 141 w 190"/>
                <a:gd name="T17" fmla="*/ 46 h 84"/>
                <a:gd name="T18" fmla="*/ 141 w 190"/>
                <a:gd name="T19" fmla="*/ 41 h 84"/>
                <a:gd name="T20" fmla="*/ 168 w 190"/>
                <a:gd name="T21" fmla="*/ 41 h 84"/>
                <a:gd name="T22" fmla="*/ 190 w 190"/>
                <a:gd name="T23" fmla="*/ 22 h 84"/>
                <a:gd name="T24" fmla="*/ 190 w 190"/>
                <a:gd name="T25" fmla="*/ 22 h 84"/>
                <a:gd name="T26" fmla="*/ 168 w 190"/>
                <a:gd name="T27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0" h="84">
                  <a:moveTo>
                    <a:pt x="168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11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33"/>
                    <a:pt x="9" y="41"/>
                    <a:pt x="20" y="41"/>
                  </a:cubicBezTo>
                  <a:cubicBezTo>
                    <a:pt x="48" y="41"/>
                    <a:pt x="48" y="41"/>
                    <a:pt x="48" y="41"/>
                  </a:cubicBezTo>
                  <a:cubicBezTo>
                    <a:pt x="48" y="43"/>
                    <a:pt x="48" y="44"/>
                    <a:pt x="48" y="46"/>
                  </a:cubicBezTo>
                  <a:cubicBezTo>
                    <a:pt x="48" y="67"/>
                    <a:pt x="69" y="84"/>
                    <a:pt x="95" y="84"/>
                  </a:cubicBezTo>
                  <a:cubicBezTo>
                    <a:pt x="120" y="84"/>
                    <a:pt x="141" y="67"/>
                    <a:pt x="141" y="46"/>
                  </a:cubicBezTo>
                  <a:cubicBezTo>
                    <a:pt x="141" y="44"/>
                    <a:pt x="141" y="43"/>
                    <a:pt x="141" y="41"/>
                  </a:cubicBezTo>
                  <a:cubicBezTo>
                    <a:pt x="168" y="41"/>
                    <a:pt x="168" y="41"/>
                    <a:pt x="168" y="41"/>
                  </a:cubicBezTo>
                  <a:cubicBezTo>
                    <a:pt x="180" y="41"/>
                    <a:pt x="190" y="33"/>
                    <a:pt x="190" y="22"/>
                  </a:cubicBezTo>
                  <a:cubicBezTo>
                    <a:pt x="190" y="22"/>
                    <a:pt x="190" y="22"/>
                    <a:pt x="190" y="22"/>
                  </a:cubicBezTo>
                  <a:cubicBezTo>
                    <a:pt x="190" y="11"/>
                    <a:pt x="180" y="0"/>
                    <a:pt x="168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1" name="Freeform 23"/>
            <p:cNvSpPr>
              <a:spLocks noEditPoints="1"/>
            </p:cNvSpPr>
            <p:nvPr/>
          </p:nvSpPr>
          <p:spPr bwMode="auto">
            <a:xfrm>
              <a:off x="560" y="605"/>
              <a:ext cx="215" cy="276"/>
            </a:xfrm>
            <a:custGeom>
              <a:avLst/>
              <a:gdLst>
                <a:gd name="T0" fmla="*/ 88 w 91"/>
                <a:gd name="T1" fmla="*/ 0 h 117"/>
                <a:gd name="T2" fmla="*/ 3 w 91"/>
                <a:gd name="T3" fmla="*/ 0 h 117"/>
                <a:gd name="T4" fmla="*/ 0 w 91"/>
                <a:gd name="T5" fmla="*/ 3 h 117"/>
                <a:gd name="T6" fmla="*/ 0 w 91"/>
                <a:gd name="T7" fmla="*/ 114 h 117"/>
                <a:gd name="T8" fmla="*/ 3 w 91"/>
                <a:gd name="T9" fmla="*/ 116 h 117"/>
                <a:gd name="T10" fmla="*/ 43 w 91"/>
                <a:gd name="T11" fmla="*/ 92 h 117"/>
                <a:gd name="T12" fmla="*/ 48 w 91"/>
                <a:gd name="T13" fmla="*/ 92 h 117"/>
                <a:gd name="T14" fmla="*/ 88 w 91"/>
                <a:gd name="T15" fmla="*/ 116 h 117"/>
                <a:gd name="T16" fmla="*/ 91 w 91"/>
                <a:gd name="T17" fmla="*/ 114 h 117"/>
                <a:gd name="T18" fmla="*/ 91 w 91"/>
                <a:gd name="T19" fmla="*/ 3 h 117"/>
                <a:gd name="T20" fmla="*/ 88 w 91"/>
                <a:gd name="T21" fmla="*/ 0 h 117"/>
                <a:gd name="T22" fmla="*/ 65 w 91"/>
                <a:gd name="T23" fmla="*/ 49 h 117"/>
                <a:gd name="T24" fmla="*/ 62 w 91"/>
                <a:gd name="T25" fmla="*/ 53 h 117"/>
                <a:gd name="T26" fmla="*/ 50 w 91"/>
                <a:gd name="T27" fmla="*/ 53 h 117"/>
                <a:gd name="T28" fmla="*/ 50 w 91"/>
                <a:gd name="T29" fmla="*/ 64 h 117"/>
                <a:gd name="T30" fmla="*/ 47 w 91"/>
                <a:gd name="T31" fmla="*/ 67 h 117"/>
                <a:gd name="T32" fmla="*/ 44 w 91"/>
                <a:gd name="T33" fmla="*/ 67 h 117"/>
                <a:gd name="T34" fmla="*/ 41 w 91"/>
                <a:gd name="T35" fmla="*/ 64 h 117"/>
                <a:gd name="T36" fmla="*/ 41 w 91"/>
                <a:gd name="T37" fmla="*/ 53 h 117"/>
                <a:gd name="T38" fmla="*/ 29 w 91"/>
                <a:gd name="T39" fmla="*/ 53 h 117"/>
                <a:gd name="T40" fmla="*/ 26 w 91"/>
                <a:gd name="T41" fmla="*/ 49 h 117"/>
                <a:gd name="T42" fmla="*/ 26 w 91"/>
                <a:gd name="T43" fmla="*/ 46 h 117"/>
                <a:gd name="T44" fmla="*/ 29 w 91"/>
                <a:gd name="T45" fmla="*/ 43 h 117"/>
                <a:gd name="T46" fmla="*/ 41 w 91"/>
                <a:gd name="T47" fmla="*/ 43 h 117"/>
                <a:gd name="T48" fmla="*/ 41 w 91"/>
                <a:gd name="T49" fmla="*/ 31 h 117"/>
                <a:gd name="T50" fmla="*/ 44 w 91"/>
                <a:gd name="T51" fmla="*/ 28 h 117"/>
                <a:gd name="T52" fmla="*/ 47 w 91"/>
                <a:gd name="T53" fmla="*/ 28 h 117"/>
                <a:gd name="T54" fmla="*/ 50 w 91"/>
                <a:gd name="T55" fmla="*/ 31 h 117"/>
                <a:gd name="T56" fmla="*/ 50 w 91"/>
                <a:gd name="T57" fmla="*/ 43 h 117"/>
                <a:gd name="T58" fmla="*/ 62 w 91"/>
                <a:gd name="T59" fmla="*/ 43 h 117"/>
                <a:gd name="T60" fmla="*/ 65 w 91"/>
                <a:gd name="T61" fmla="*/ 46 h 117"/>
                <a:gd name="T62" fmla="*/ 65 w 91"/>
                <a:gd name="T63" fmla="*/ 4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1" h="117">
                  <a:moveTo>
                    <a:pt x="88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16"/>
                    <a:pt x="1" y="117"/>
                    <a:pt x="3" y="116"/>
                  </a:cubicBezTo>
                  <a:cubicBezTo>
                    <a:pt x="43" y="92"/>
                    <a:pt x="43" y="92"/>
                    <a:pt x="43" y="92"/>
                  </a:cubicBezTo>
                  <a:cubicBezTo>
                    <a:pt x="44" y="91"/>
                    <a:pt x="47" y="91"/>
                    <a:pt x="48" y="92"/>
                  </a:cubicBezTo>
                  <a:cubicBezTo>
                    <a:pt x="88" y="116"/>
                    <a:pt x="88" y="116"/>
                    <a:pt x="88" y="116"/>
                  </a:cubicBezTo>
                  <a:cubicBezTo>
                    <a:pt x="90" y="117"/>
                    <a:pt x="91" y="116"/>
                    <a:pt x="91" y="114"/>
                  </a:cubicBezTo>
                  <a:cubicBezTo>
                    <a:pt x="91" y="3"/>
                    <a:pt x="91" y="3"/>
                    <a:pt x="91" y="3"/>
                  </a:cubicBezTo>
                  <a:cubicBezTo>
                    <a:pt x="91" y="1"/>
                    <a:pt x="89" y="0"/>
                    <a:pt x="88" y="0"/>
                  </a:cubicBezTo>
                  <a:close/>
                  <a:moveTo>
                    <a:pt x="65" y="49"/>
                  </a:moveTo>
                  <a:cubicBezTo>
                    <a:pt x="65" y="51"/>
                    <a:pt x="64" y="53"/>
                    <a:pt x="62" y="53"/>
                  </a:cubicBezTo>
                  <a:cubicBezTo>
                    <a:pt x="50" y="53"/>
                    <a:pt x="50" y="53"/>
                    <a:pt x="50" y="53"/>
                  </a:cubicBezTo>
                  <a:cubicBezTo>
                    <a:pt x="50" y="64"/>
                    <a:pt x="50" y="64"/>
                    <a:pt x="50" y="64"/>
                  </a:cubicBezTo>
                  <a:cubicBezTo>
                    <a:pt x="50" y="66"/>
                    <a:pt x="49" y="67"/>
                    <a:pt x="47" y="67"/>
                  </a:cubicBezTo>
                  <a:cubicBezTo>
                    <a:pt x="44" y="67"/>
                    <a:pt x="44" y="67"/>
                    <a:pt x="44" y="67"/>
                  </a:cubicBezTo>
                  <a:cubicBezTo>
                    <a:pt x="42" y="67"/>
                    <a:pt x="41" y="66"/>
                    <a:pt x="41" y="6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7" y="53"/>
                    <a:pt x="26" y="51"/>
                    <a:pt x="26" y="49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6" y="44"/>
                    <a:pt x="27" y="43"/>
                    <a:pt x="29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31"/>
                    <a:pt x="41" y="31"/>
                    <a:pt x="41" y="31"/>
                  </a:cubicBezTo>
                  <a:cubicBezTo>
                    <a:pt x="41" y="29"/>
                    <a:pt x="42" y="28"/>
                    <a:pt x="44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9" y="28"/>
                    <a:pt x="50" y="29"/>
                    <a:pt x="50" y="31"/>
                  </a:cubicBezTo>
                  <a:cubicBezTo>
                    <a:pt x="50" y="43"/>
                    <a:pt x="50" y="43"/>
                    <a:pt x="50" y="43"/>
                  </a:cubicBezTo>
                  <a:cubicBezTo>
                    <a:pt x="62" y="43"/>
                    <a:pt x="62" y="43"/>
                    <a:pt x="62" y="43"/>
                  </a:cubicBezTo>
                  <a:cubicBezTo>
                    <a:pt x="64" y="43"/>
                    <a:pt x="65" y="44"/>
                    <a:pt x="65" y="46"/>
                  </a:cubicBezTo>
                  <a:lnTo>
                    <a:pt x="65" y="49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7672" name="Freeform 24"/>
            <p:cNvSpPr/>
            <p:nvPr/>
          </p:nvSpPr>
          <p:spPr bwMode="auto">
            <a:xfrm>
              <a:off x="621" y="543"/>
              <a:ext cx="215" cy="279"/>
            </a:xfrm>
            <a:custGeom>
              <a:avLst/>
              <a:gdLst>
                <a:gd name="T0" fmla="*/ 87 w 91"/>
                <a:gd name="T1" fmla="*/ 0 h 118"/>
                <a:gd name="T2" fmla="*/ 91 w 91"/>
                <a:gd name="T3" fmla="*/ 3 h 118"/>
                <a:gd name="T4" fmla="*/ 91 w 91"/>
                <a:gd name="T5" fmla="*/ 115 h 118"/>
                <a:gd name="T6" fmla="*/ 88 w 91"/>
                <a:gd name="T7" fmla="*/ 117 h 118"/>
                <a:gd name="T8" fmla="*/ 77 w 91"/>
                <a:gd name="T9" fmla="*/ 109 h 118"/>
                <a:gd name="T10" fmla="*/ 75 w 91"/>
                <a:gd name="T11" fmla="*/ 104 h 118"/>
                <a:gd name="T12" fmla="*/ 75 w 91"/>
                <a:gd name="T13" fmla="*/ 19 h 118"/>
                <a:gd name="T14" fmla="*/ 71 w 91"/>
                <a:gd name="T15" fmla="*/ 16 h 118"/>
                <a:gd name="T16" fmla="*/ 3 w 91"/>
                <a:gd name="T17" fmla="*/ 16 h 118"/>
                <a:gd name="T18" fmla="*/ 0 w 91"/>
                <a:gd name="T19" fmla="*/ 13 h 118"/>
                <a:gd name="T20" fmla="*/ 0 w 91"/>
                <a:gd name="T21" fmla="*/ 3 h 118"/>
                <a:gd name="T22" fmla="*/ 3 w 91"/>
                <a:gd name="T23" fmla="*/ 0 h 118"/>
                <a:gd name="T24" fmla="*/ 87 w 91"/>
                <a:gd name="T25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1" h="118">
                  <a:moveTo>
                    <a:pt x="87" y="0"/>
                  </a:moveTo>
                  <a:cubicBezTo>
                    <a:pt x="89" y="0"/>
                    <a:pt x="91" y="2"/>
                    <a:pt x="91" y="3"/>
                  </a:cubicBezTo>
                  <a:cubicBezTo>
                    <a:pt x="91" y="115"/>
                    <a:pt x="91" y="115"/>
                    <a:pt x="91" y="115"/>
                  </a:cubicBezTo>
                  <a:cubicBezTo>
                    <a:pt x="91" y="117"/>
                    <a:pt x="89" y="118"/>
                    <a:pt x="88" y="117"/>
                  </a:cubicBezTo>
                  <a:cubicBezTo>
                    <a:pt x="77" y="109"/>
                    <a:pt x="77" y="109"/>
                    <a:pt x="77" y="109"/>
                  </a:cubicBezTo>
                  <a:cubicBezTo>
                    <a:pt x="76" y="108"/>
                    <a:pt x="75" y="106"/>
                    <a:pt x="75" y="104"/>
                  </a:cubicBezTo>
                  <a:cubicBezTo>
                    <a:pt x="75" y="19"/>
                    <a:pt x="75" y="19"/>
                    <a:pt x="75" y="19"/>
                  </a:cubicBezTo>
                  <a:cubicBezTo>
                    <a:pt x="75" y="18"/>
                    <a:pt x="73" y="16"/>
                    <a:pt x="71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1" y="16"/>
                    <a:pt x="0" y="15"/>
                    <a:pt x="0" y="1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lnTo>
                    <a:pt x="87" y="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7673" name="Group 25"/>
          <p:cNvGrpSpPr/>
          <p:nvPr/>
        </p:nvGrpSpPr>
        <p:grpSpPr bwMode="auto">
          <a:xfrm>
            <a:off x="3808414" y="1564957"/>
            <a:ext cx="98425" cy="146095"/>
            <a:chOff x="0" y="0"/>
            <a:chExt cx="85" cy="127"/>
          </a:xfrm>
        </p:grpSpPr>
        <p:sp>
          <p:nvSpPr>
            <p:cNvPr id="27674" name="Freeform 26"/>
            <p:cNvSpPr>
              <a:spLocks noEditPoints="1"/>
            </p:cNvSpPr>
            <p:nvPr/>
          </p:nvSpPr>
          <p:spPr bwMode="auto">
            <a:xfrm>
              <a:off x="0" y="47"/>
              <a:ext cx="85" cy="80"/>
            </a:xfrm>
            <a:custGeom>
              <a:avLst/>
              <a:gdLst>
                <a:gd name="T0" fmla="*/ 34 w 36"/>
                <a:gd name="T1" fmla="*/ 0 h 34"/>
                <a:gd name="T2" fmla="*/ 2 w 36"/>
                <a:gd name="T3" fmla="*/ 0 h 34"/>
                <a:gd name="T4" fmla="*/ 1 w 36"/>
                <a:gd name="T5" fmla="*/ 0 h 34"/>
                <a:gd name="T6" fmla="*/ 0 w 36"/>
                <a:gd name="T7" fmla="*/ 1 h 34"/>
                <a:gd name="T8" fmla="*/ 0 w 36"/>
                <a:gd name="T9" fmla="*/ 6 h 34"/>
                <a:gd name="T10" fmla="*/ 0 w 36"/>
                <a:gd name="T11" fmla="*/ 32 h 34"/>
                <a:gd name="T12" fmla="*/ 2 w 36"/>
                <a:gd name="T13" fmla="*/ 34 h 34"/>
                <a:gd name="T14" fmla="*/ 34 w 36"/>
                <a:gd name="T15" fmla="*/ 34 h 34"/>
                <a:gd name="T16" fmla="*/ 36 w 36"/>
                <a:gd name="T17" fmla="*/ 32 h 34"/>
                <a:gd name="T18" fmla="*/ 36 w 36"/>
                <a:gd name="T19" fmla="*/ 1 h 34"/>
                <a:gd name="T20" fmla="*/ 34 w 36"/>
                <a:gd name="T21" fmla="*/ 0 h 34"/>
                <a:gd name="T22" fmla="*/ 8 w 36"/>
                <a:gd name="T23" fmla="*/ 7 h 34"/>
                <a:gd name="T24" fmla="*/ 11 w 36"/>
                <a:gd name="T25" fmla="*/ 7 h 34"/>
                <a:gd name="T26" fmla="*/ 11 w 36"/>
                <a:gd name="T27" fmla="*/ 26 h 34"/>
                <a:gd name="T28" fmla="*/ 8 w 36"/>
                <a:gd name="T29" fmla="*/ 26 h 34"/>
                <a:gd name="T30" fmla="*/ 8 w 36"/>
                <a:gd name="T31" fmla="*/ 7 h 34"/>
                <a:gd name="T32" fmla="*/ 16 w 36"/>
                <a:gd name="T33" fmla="*/ 7 h 34"/>
                <a:gd name="T34" fmla="*/ 20 w 36"/>
                <a:gd name="T35" fmla="*/ 7 h 34"/>
                <a:gd name="T36" fmla="*/ 20 w 36"/>
                <a:gd name="T37" fmla="*/ 26 h 34"/>
                <a:gd name="T38" fmla="*/ 16 w 36"/>
                <a:gd name="T39" fmla="*/ 26 h 34"/>
                <a:gd name="T40" fmla="*/ 16 w 36"/>
                <a:gd name="T41" fmla="*/ 7 h 34"/>
                <a:gd name="T42" fmla="*/ 28 w 36"/>
                <a:gd name="T43" fmla="*/ 26 h 34"/>
                <a:gd name="T44" fmla="*/ 25 w 36"/>
                <a:gd name="T45" fmla="*/ 26 h 34"/>
                <a:gd name="T46" fmla="*/ 25 w 36"/>
                <a:gd name="T47" fmla="*/ 7 h 34"/>
                <a:gd name="T48" fmla="*/ 28 w 36"/>
                <a:gd name="T49" fmla="*/ 7 h 34"/>
                <a:gd name="T50" fmla="*/ 28 w 36"/>
                <a:gd name="T51" fmla="*/ 26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6" h="34">
                  <a:moveTo>
                    <a:pt x="3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3"/>
                    <a:pt x="1" y="34"/>
                    <a:pt x="2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5" y="34"/>
                    <a:pt x="36" y="33"/>
                    <a:pt x="36" y="32"/>
                  </a:cubicBezTo>
                  <a:cubicBezTo>
                    <a:pt x="36" y="1"/>
                    <a:pt x="36" y="1"/>
                    <a:pt x="36" y="1"/>
                  </a:cubicBezTo>
                  <a:cubicBezTo>
                    <a:pt x="36" y="0"/>
                    <a:pt x="35" y="0"/>
                    <a:pt x="34" y="0"/>
                  </a:cubicBezTo>
                  <a:close/>
                  <a:moveTo>
                    <a:pt x="8" y="7"/>
                  </a:moveTo>
                  <a:cubicBezTo>
                    <a:pt x="11" y="7"/>
                    <a:pt x="11" y="7"/>
                    <a:pt x="11" y="7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8" y="26"/>
                    <a:pt x="8" y="26"/>
                    <a:pt x="8" y="26"/>
                  </a:cubicBezTo>
                  <a:lnTo>
                    <a:pt x="8" y="7"/>
                  </a:lnTo>
                  <a:close/>
                  <a:moveTo>
                    <a:pt x="16" y="7"/>
                  </a:moveTo>
                  <a:cubicBezTo>
                    <a:pt x="20" y="7"/>
                    <a:pt x="20" y="7"/>
                    <a:pt x="20" y="7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6" y="26"/>
                    <a:pt x="16" y="26"/>
                    <a:pt x="16" y="26"/>
                  </a:cubicBezTo>
                  <a:lnTo>
                    <a:pt x="16" y="7"/>
                  </a:lnTo>
                  <a:close/>
                  <a:moveTo>
                    <a:pt x="28" y="26"/>
                  </a:moveTo>
                  <a:cubicBezTo>
                    <a:pt x="25" y="26"/>
                    <a:pt x="25" y="26"/>
                    <a:pt x="25" y="26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8" y="7"/>
                    <a:pt x="28" y="7"/>
                    <a:pt x="28" y="7"/>
                  </a:cubicBezTo>
                  <a:lnTo>
                    <a:pt x="28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5" name="Freeform 27"/>
            <p:cNvSpPr/>
            <p:nvPr/>
          </p:nvSpPr>
          <p:spPr bwMode="auto">
            <a:xfrm>
              <a:off x="0" y="0"/>
              <a:ext cx="85" cy="33"/>
            </a:xfrm>
            <a:custGeom>
              <a:avLst/>
              <a:gdLst>
                <a:gd name="T0" fmla="*/ 34 w 36"/>
                <a:gd name="T1" fmla="*/ 14 h 14"/>
                <a:gd name="T2" fmla="*/ 36 w 36"/>
                <a:gd name="T3" fmla="*/ 12 h 14"/>
                <a:gd name="T4" fmla="*/ 36 w 36"/>
                <a:gd name="T5" fmla="*/ 7 h 14"/>
                <a:gd name="T6" fmla="*/ 34 w 36"/>
                <a:gd name="T7" fmla="*/ 5 h 14"/>
                <a:gd name="T8" fmla="*/ 26 w 36"/>
                <a:gd name="T9" fmla="*/ 5 h 14"/>
                <a:gd name="T10" fmla="*/ 25 w 36"/>
                <a:gd name="T11" fmla="*/ 4 h 14"/>
                <a:gd name="T12" fmla="*/ 25 w 36"/>
                <a:gd name="T13" fmla="*/ 1 h 14"/>
                <a:gd name="T14" fmla="*/ 23 w 36"/>
                <a:gd name="T15" fmla="*/ 0 h 14"/>
                <a:gd name="T16" fmla="*/ 13 w 36"/>
                <a:gd name="T17" fmla="*/ 0 h 14"/>
                <a:gd name="T18" fmla="*/ 12 w 36"/>
                <a:gd name="T19" fmla="*/ 1 h 14"/>
                <a:gd name="T20" fmla="*/ 12 w 36"/>
                <a:gd name="T21" fmla="*/ 4 h 14"/>
                <a:gd name="T22" fmla="*/ 10 w 36"/>
                <a:gd name="T23" fmla="*/ 5 h 14"/>
                <a:gd name="T24" fmla="*/ 2 w 36"/>
                <a:gd name="T25" fmla="*/ 5 h 14"/>
                <a:gd name="T26" fmla="*/ 0 w 36"/>
                <a:gd name="T27" fmla="*/ 7 h 14"/>
                <a:gd name="T28" fmla="*/ 0 w 36"/>
                <a:gd name="T29" fmla="*/ 12 h 14"/>
                <a:gd name="T30" fmla="*/ 2 w 36"/>
                <a:gd name="T31" fmla="*/ 14 h 14"/>
                <a:gd name="T32" fmla="*/ 34 w 36"/>
                <a:gd name="T33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" h="14">
                  <a:moveTo>
                    <a:pt x="34" y="14"/>
                  </a:moveTo>
                  <a:cubicBezTo>
                    <a:pt x="35" y="14"/>
                    <a:pt x="36" y="13"/>
                    <a:pt x="36" y="12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6" y="6"/>
                    <a:pt x="35" y="5"/>
                    <a:pt x="34" y="5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25" y="5"/>
                    <a:pt x="25" y="5"/>
                    <a:pt x="25" y="4"/>
                  </a:cubicBezTo>
                  <a:cubicBezTo>
                    <a:pt x="25" y="1"/>
                    <a:pt x="25" y="1"/>
                    <a:pt x="25" y="1"/>
                  </a:cubicBezTo>
                  <a:cubicBezTo>
                    <a:pt x="25" y="0"/>
                    <a:pt x="24" y="0"/>
                    <a:pt x="2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0"/>
                    <a:pt x="12" y="0"/>
                    <a:pt x="12" y="1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5"/>
                    <a:pt x="11" y="5"/>
                    <a:pt x="10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5"/>
                    <a:pt x="0" y="6"/>
                    <a:pt x="0" y="7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1" y="14"/>
                    <a:pt x="2" y="14"/>
                  </a:cubicBezTo>
                  <a:lnTo>
                    <a:pt x="34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7676" name="Group 28"/>
          <p:cNvGrpSpPr/>
          <p:nvPr/>
        </p:nvGrpSpPr>
        <p:grpSpPr bwMode="auto">
          <a:xfrm>
            <a:off x="3781425" y="3882805"/>
            <a:ext cx="152400" cy="123863"/>
            <a:chOff x="0" y="0"/>
            <a:chExt cx="132" cy="109"/>
          </a:xfrm>
        </p:grpSpPr>
        <p:sp>
          <p:nvSpPr>
            <p:cNvPr id="27677" name="Freeform 29"/>
            <p:cNvSpPr/>
            <p:nvPr/>
          </p:nvSpPr>
          <p:spPr bwMode="auto">
            <a:xfrm>
              <a:off x="83" y="38"/>
              <a:ext cx="49" cy="71"/>
            </a:xfrm>
            <a:custGeom>
              <a:avLst/>
              <a:gdLst>
                <a:gd name="T0" fmla="*/ 21 w 21"/>
                <a:gd name="T1" fmla="*/ 15 h 30"/>
                <a:gd name="T2" fmla="*/ 5 w 21"/>
                <a:gd name="T3" fmla="*/ 30 h 30"/>
                <a:gd name="T4" fmla="*/ 0 w 21"/>
                <a:gd name="T5" fmla="*/ 29 h 30"/>
                <a:gd name="T6" fmla="*/ 14 w 21"/>
                <a:gd name="T7" fmla="*/ 9 h 30"/>
                <a:gd name="T8" fmla="*/ 12 w 21"/>
                <a:gd name="T9" fmla="*/ 0 h 30"/>
                <a:gd name="T10" fmla="*/ 21 w 21"/>
                <a:gd name="T11" fmla="*/ 1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30">
                  <a:moveTo>
                    <a:pt x="21" y="15"/>
                  </a:moveTo>
                  <a:cubicBezTo>
                    <a:pt x="21" y="23"/>
                    <a:pt x="14" y="30"/>
                    <a:pt x="5" y="30"/>
                  </a:cubicBezTo>
                  <a:cubicBezTo>
                    <a:pt x="4" y="30"/>
                    <a:pt x="2" y="30"/>
                    <a:pt x="0" y="29"/>
                  </a:cubicBezTo>
                  <a:cubicBezTo>
                    <a:pt x="8" y="26"/>
                    <a:pt x="14" y="18"/>
                    <a:pt x="14" y="9"/>
                  </a:cubicBezTo>
                  <a:cubicBezTo>
                    <a:pt x="14" y="6"/>
                    <a:pt x="13" y="3"/>
                    <a:pt x="12" y="0"/>
                  </a:cubicBezTo>
                  <a:cubicBezTo>
                    <a:pt x="17" y="3"/>
                    <a:pt x="21" y="8"/>
                    <a:pt x="21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8" name="Freeform 30"/>
            <p:cNvSpPr>
              <a:spLocks noEditPoints="1"/>
            </p:cNvSpPr>
            <p:nvPr/>
          </p:nvSpPr>
          <p:spPr bwMode="auto">
            <a:xfrm>
              <a:off x="0" y="0"/>
              <a:ext cx="109" cy="109"/>
            </a:xfrm>
            <a:custGeom>
              <a:avLst/>
              <a:gdLst>
                <a:gd name="T0" fmla="*/ 45 w 46"/>
                <a:gd name="T1" fmla="*/ 15 h 46"/>
                <a:gd name="T2" fmla="*/ 35 w 46"/>
                <a:gd name="T3" fmla="*/ 4 h 46"/>
                <a:gd name="T4" fmla="*/ 35 w 46"/>
                <a:gd name="T5" fmla="*/ 4 h 46"/>
                <a:gd name="T6" fmla="*/ 23 w 46"/>
                <a:gd name="T7" fmla="*/ 0 h 46"/>
                <a:gd name="T8" fmla="*/ 4 w 46"/>
                <a:gd name="T9" fmla="*/ 10 h 46"/>
                <a:gd name="T10" fmla="*/ 0 w 46"/>
                <a:gd name="T11" fmla="*/ 23 h 46"/>
                <a:gd name="T12" fmla="*/ 5 w 46"/>
                <a:gd name="T13" fmla="*/ 37 h 46"/>
                <a:gd name="T14" fmla="*/ 9 w 46"/>
                <a:gd name="T15" fmla="*/ 42 h 46"/>
                <a:gd name="T16" fmla="*/ 14 w 46"/>
                <a:gd name="T17" fmla="*/ 44 h 46"/>
                <a:gd name="T18" fmla="*/ 14 w 46"/>
                <a:gd name="T19" fmla="*/ 44 h 46"/>
                <a:gd name="T20" fmla="*/ 23 w 46"/>
                <a:gd name="T21" fmla="*/ 46 h 46"/>
                <a:gd name="T22" fmla="*/ 32 w 46"/>
                <a:gd name="T23" fmla="*/ 44 h 46"/>
                <a:gd name="T24" fmla="*/ 36 w 46"/>
                <a:gd name="T25" fmla="*/ 42 h 46"/>
                <a:gd name="T26" fmla="*/ 42 w 46"/>
                <a:gd name="T27" fmla="*/ 36 h 46"/>
                <a:gd name="T28" fmla="*/ 46 w 46"/>
                <a:gd name="T29" fmla="*/ 26 h 46"/>
                <a:gd name="T30" fmla="*/ 46 w 46"/>
                <a:gd name="T31" fmla="*/ 26 h 46"/>
                <a:gd name="T32" fmla="*/ 46 w 46"/>
                <a:gd name="T33" fmla="*/ 23 h 46"/>
                <a:gd name="T34" fmla="*/ 45 w 46"/>
                <a:gd name="T35" fmla="*/ 15 h 46"/>
                <a:gd name="T36" fmla="*/ 31 w 46"/>
                <a:gd name="T37" fmla="*/ 11 h 46"/>
                <a:gd name="T38" fmla="*/ 35 w 46"/>
                <a:gd name="T39" fmla="*/ 15 h 46"/>
                <a:gd name="T40" fmla="*/ 35 w 46"/>
                <a:gd name="T41" fmla="*/ 15 h 46"/>
                <a:gd name="T42" fmla="*/ 31 w 46"/>
                <a:gd name="T43" fmla="*/ 19 h 46"/>
                <a:gd name="T44" fmla="*/ 27 w 46"/>
                <a:gd name="T45" fmla="*/ 15 h 46"/>
                <a:gd name="T46" fmla="*/ 31 w 46"/>
                <a:gd name="T47" fmla="*/ 11 h 46"/>
                <a:gd name="T48" fmla="*/ 31 w 46"/>
                <a:gd name="T49" fmla="*/ 11 h 46"/>
                <a:gd name="T50" fmla="*/ 15 w 46"/>
                <a:gd name="T51" fmla="*/ 36 h 46"/>
                <a:gd name="T52" fmla="*/ 11 w 46"/>
                <a:gd name="T53" fmla="*/ 32 h 46"/>
                <a:gd name="T54" fmla="*/ 15 w 46"/>
                <a:gd name="T55" fmla="*/ 28 h 46"/>
                <a:gd name="T56" fmla="*/ 19 w 46"/>
                <a:gd name="T57" fmla="*/ 32 h 46"/>
                <a:gd name="T58" fmla="*/ 15 w 46"/>
                <a:gd name="T59" fmla="*/ 36 h 46"/>
                <a:gd name="T60" fmla="*/ 15 w 46"/>
                <a:gd name="T61" fmla="*/ 19 h 46"/>
                <a:gd name="T62" fmla="*/ 11 w 46"/>
                <a:gd name="T63" fmla="*/ 15 h 46"/>
                <a:gd name="T64" fmla="*/ 15 w 46"/>
                <a:gd name="T65" fmla="*/ 11 h 46"/>
                <a:gd name="T66" fmla="*/ 19 w 46"/>
                <a:gd name="T67" fmla="*/ 15 h 46"/>
                <a:gd name="T68" fmla="*/ 15 w 46"/>
                <a:gd name="T69" fmla="*/ 19 h 46"/>
                <a:gd name="T70" fmla="*/ 20 w 46"/>
                <a:gd name="T71" fmla="*/ 23 h 46"/>
                <a:gd name="T72" fmla="*/ 22 w 46"/>
                <a:gd name="T73" fmla="*/ 21 h 46"/>
                <a:gd name="T74" fmla="*/ 23 w 46"/>
                <a:gd name="T75" fmla="*/ 21 h 46"/>
                <a:gd name="T76" fmla="*/ 26 w 46"/>
                <a:gd name="T77" fmla="*/ 23 h 46"/>
                <a:gd name="T78" fmla="*/ 25 w 46"/>
                <a:gd name="T79" fmla="*/ 25 h 46"/>
                <a:gd name="T80" fmla="*/ 23 w 46"/>
                <a:gd name="T81" fmla="*/ 26 h 46"/>
                <a:gd name="T82" fmla="*/ 20 w 46"/>
                <a:gd name="T83" fmla="*/ 23 h 46"/>
                <a:gd name="T84" fmla="*/ 31 w 46"/>
                <a:gd name="T85" fmla="*/ 36 h 46"/>
                <a:gd name="T86" fmla="*/ 27 w 46"/>
                <a:gd name="T87" fmla="*/ 32 h 46"/>
                <a:gd name="T88" fmla="*/ 31 w 46"/>
                <a:gd name="T89" fmla="*/ 28 h 46"/>
                <a:gd name="T90" fmla="*/ 35 w 46"/>
                <a:gd name="T91" fmla="*/ 32 h 46"/>
                <a:gd name="T92" fmla="*/ 31 w 46"/>
                <a:gd name="T93" fmla="*/ 3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6" h="46">
                  <a:moveTo>
                    <a:pt x="45" y="15"/>
                  </a:moveTo>
                  <a:cubicBezTo>
                    <a:pt x="43" y="10"/>
                    <a:pt x="39" y="6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1" y="2"/>
                    <a:pt x="27" y="0"/>
                    <a:pt x="23" y="0"/>
                  </a:cubicBezTo>
                  <a:cubicBezTo>
                    <a:pt x="15" y="0"/>
                    <a:pt x="8" y="4"/>
                    <a:pt x="4" y="10"/>
                  </a:cubicBezTo>
                  <a:cubicBezTo>
                    <a:pt x="2" y="14"/>
                    <a:pt x="0" y="19"/>
                    <a:pt x="0" y="23"/>
                  </a:cubicBezTo>
                  <a:cubicBezTo>
                    <a:pt x="0" y="29"/>
                    <a:pt x="2" y="33"/>
                    <a:pt x="5" y="37"/>
                  </a:cubicBezTo>
                  <a:cubicBezTo>
                    <a:pt x="6" y="39"/>
                    <a:pt x="8" y="40"/>
                    <a:pt x="9" y="42"/>
                  </a:cubicBezTo>
                  <a:cubicBezTo>
                    <a:pt x="11" y="43"/>
                    <a:pt x="12" y="44"/>
                    <a:pt x="14" y="44"/>
                  </a:cubicBezTo>
                  <a:cubicBezTo>
                    <a:pt x="14" y="44"/>
                    <a:pt x="14" y="44"/>
                    <a:pt x="14" y="44"/>
                  </a:cubicBezTo>
                  <a:cubicBezTo>
                    <a:pt x="17" y="46"/>
                    <a:pt x="20" y="46"/>
                    <a:pt x="23" y="46"/>
                  </a:cubicBezTo>
                  <a:cubicBezTo>
                    <a:pt x="26" y="46"/>
                    <a:pt x="30" y="46"/>
                    <a:pt x="32" y="44"/>
                  </a:cubicBezTo>
                  <a:cubicBezTo>
                    <a:pt x="34" y="44"/>
                    <a:pt x="35" y="43"/>
                    <a:pt x="36" y="42"/>
                  </a:cubicBezTo>
                  <a:cubicBezTo>
                    <a:pt x="38" y="41"/>
                    <a:pt x="40" y="39"/>
                    <a:pt x="42" y="36"/>
                  </a:cubicBezTo>
                  <a:cubicBezTo>
                    <a:pt x="44" y="33"/>
                    <a:pt x="45" y="30"/>
                    <a:pt x="46" y="26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5"/>
                    <a:pt x="46" y="24"/>
                    <a:pt x="46" y="23"/>
                  </a:cubicBezTo>
                  <a:cubicBezTo>
                    <a:pt x="46" y="21"/>
                    <a:pt x="45" y="18"/>
                    <a:pt x="45" y="15"/>
                  </a:cubicBezTo>
                  <a:close/>
                  <a:moveTo>
                    <a:pt x="31" y="11"/>
                  </a:moveTo>
                  <a:cubicBezTo>
                    <a:pt x="34" y="11"/>
                    <a:pt x="35" y="13"/>
                    <a:pt x="35" y="15"/>
                  </a:cubicBezTo>
                  <a:cubicBezTo>
                    <a:pt x="35" y="15"/>
                    <a:pt x="35" y="15"/>
                    <a:pt x="35" y="15"/>
                  </a:cubicBezTo>
                  <a:cubicBezTo>
                    <a:pt x="35" y="17"/>
                    <a:pt x="33" y="19"/>
                    <a:pt x="31" y="19"/>
                  </a:cubicBezTo>
                  <a:cubicBezTo>
                    <a:pt x="29" y="19"/>
                    <a:pt x="27" y="17"/>
                    <a:pt x="27" y="15"/>
                  </a:cubicBezTo>
                  <a:cubicBezTo>
                    <a:pt x="27" y="13"/>
                    <a:pt x="29" y="11"/>
                    <a:pt x="31" y="11"/>
                  </a:cubicBezTo>
                  <a:cubicBezTo>
                    <a:pt x="31" y="11"/>
                    <a:pt x="31" y="11"/>
                    <a:pt x="31" y="11"/>
                  </a:cubicBezTo>
                  <a:close/>
                  <a:moveTo>
                    <a:pt x="15" y="36"/>
                  </a:moveTo>
                  <a:cubicBezTo>
                    <a:pt x="12" y="36"/>
                    <a:pt x="11" y="34"/>
                    <a:pt x="11" y="32"/>
                  </a:cubicBezTo>
                  <a:cubicBezTo>
                    <a:pt x="11" y="30"/>
                    <a:pt x="12" y="28"/>
                    <a:pt x="15" y="28"/>
                  </a:cubicBezTo>
                  <a:cubicBezTo>
                    <a:pt x="17" y="28"/>
                    <a:pt x="19" y="30"/>
                    <a:pt x="19" y="32"/>
                  </a:cubicBezTo>
                  <a:cubicBezTo>
                    <a:pt x="19" y="34"/>
                    <a:pt x="17" y="36"/>
                    <a:pt x="15" y="36"/>
                  </a:cubicBezTo>
                  <a:close/>
                  <a:moveTo>
                    <a:pt x="15" y="19"/>
                  </a:moveTo>
                  <a:cubicBezTo>
                    <a:pt x="12" y="19"/>
                    <a:pt x="11" y="17"/>
                    <a:pt x="11" y="15"/>
                  </a:cubicBezTo>
                  <a:cubicBezTo>
                    <a:pt x="11" y="13"/>
                    <a:pt x="12" y="11"/>
                    <a:pt x="15" y="11"/>
                  </a:cubicBezTo>
                  <a:cubicBezTo>
                    <a:pt x="17" y="11"/>
                    <a:pt x="19" y="13"/>
                    <a:pt x="19" y="15"/>
                  </a:cubicBezTo>
                  <a:cubicBezTo>
                    <a:pt x="19" y="17"/>
                    <a:pt x="17" y="19"/>
                    <a:pt x="15" y="19"/>
                  </a:cubicBezTo>
                  <a:close/>
                  <a:moveTo>
                    <a:pt x="20" y="23"/>
                  </a:moveTo>
                  <a:cubicBezTo>
                    <a:pt x="20" y="22"/>
                    <a:pt x="21" y="21"/>
                    <a:pt x="22" y="21"/>
                  </a:cubicBezTo>
                  <a:cubicBezTo>
                    <a:pt x="22" y="21"/>
                    <a:pt x="23" y="21"/>
                    <a:pt x="23" y="21"/>
                  </a:cubicBezTo>
                  <a:cubicBezTo>
                    <a:pt x="25" y="21"/>
                    <a:pt x="26" y="22"/>
                    <a:pt x="26" y="23"/>
                  </a:cubicBezTo>
                  <a:cubicBezTo>
                    <a:pt x="26" y="24"/>
                    <a:pt x="26" y="24"/>
                    <a:pt x="25" y="25"/>
                  </a:cubicBezTo>
                  <a:cubicBezTo>
                    <a:pt x="25" y="26"/>
                    <a:pt x="24" y="26"/>
                    <a:pt x="23" y="26"/>
                  </a:cubicBezTo>
                  <a:cubicBezTo>
                    <a:pt x="22" y="26"/>
                    <a:pt x="20" y="25"/>
                    <a:pt x="20" y="23"/>
                  </a:cubicBezTo>
                  <a:close/>
                  <a:moveTo>
                    <a:pt x="31" y="36"/>
                  </a:moveTo>
                  <a:cubicBezTo>
                    <a:pt x="29" y="36"/>
                    <a:pt x="27" y="34"/>
                    <a:pt x="27" y="32"/>
                  </a:cubicBezTo>
                  <a:cubicBezTo>
                    <a:pt x="27" y="30"/>
                    <a:pt x="29" y="28"/>
                    <a:pt x="31" y="28"/>
                  </a:cubicBezTo>
                  <a:cubicBezTo>
                    <a:pt x="34" y="28"/>
                    <a:pt x="35" y="30"/>
                    <a:pt x="35" y="32"/>
                  </a:cubicBezTo>
                  <a:cubicBezTo>
                    <a:pt x="35" y="34"/>
                    <a:pt x="34" y="36"/>
                    <a:pt x="31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7679" name="Freeform 31"/>
          <p:cNvSpPr>
            <a:spLocks noEditPoints="1"/>
          </p:cNvSpPr>
          <p:nvPr/>
        </p:nvSpPr>
        <p:spPr bwMode="auto">
          <a:xfrm>
            <a:off x="3783014" y="3177736"/>
            <a:ext cx="149225" cy="127039"/>
          </a:xfrm>
          <a:custGeom>
            <a:avLst/>
            <a:gdLst>
              <a:gd name="T0" fmla="*/ 52 w 54"/>
              <a:gd name="T1" fmla="*/ 0 h 47"/>
              <a:gd name="T2" fmla="*/ 11 w 54"/>
              <a:gd name="T3" fmla="*/ 0 h 47"/>
              <a:gd name="T4" fmla="*/ 9 w 54"/>
              <a:gd name="T5" fmla="*/ 2 h 47"/>
              <a:gd name="T6" fmla="*/ 9 w 54"/>
              <a:gd name="T7" fmla="*/ 4 h 47"/>
              <a:gd name="T8" fmla="*/ 9 w 54"/>
              <a:gd name="T9" fmla="*/ 5 h 47"/>
              <a:gd name="T10" fmla="*/ 9 w 54"/>
              <a:gd name="T11" fmla="*/ 6 h 47"/>
              <a:gd name="T12" fmla="*/ 9 w 54"/>
              <a:gd name="T13" fmla="*/ 9 h 47"/>
              <a:gd name="T14" fmla="*/ 10 w 54"/>
              <a:gd name="T15" fmla="*/ 9 h 47"/>
              <a:gd name="T16" fmla="*/ 2 w 54"/>
              <a:gd name="T17" fmla="*/ 9 h 47"/>
              <a:gd name="T18" fmla="*/ 0 w 54"/>
              <a:gd name="T19" fmla="*/ 11 h 47"/>
              <a:gd name="T20" fmla="*/ 0 w 54"/>
              <a:gd name="T21" fmla="*/ 45 h 47"/>
              <a:gd name="T22" fmla="*/ 2 w 54"/>
              <a:gd name="T23" fmla="*/ 47 h 47"/>
              <a:gd name="T24" fmla="*/ 43 w 54"/>
              <a:gd name="T25" fmla="*/ 47 h 47"/>
              <a:gd name="T26" fmla="*/ 45 w 54"/>
              <a:gd name="T27" fmla="*/ 45 h 47"/>
              <a:gd name="T28" fmla="*/ 45 w 54"/>
              <a:gd name="T29" fmla="*/ 38 h 47"/>
              <a:gd name="T30" fmla="*/ 52 w 54"/>
              <a:gd name="T31" fmla="*/ 38 h 47"/>
              <a:gd name="T32" fmla="*/ 54 w 54"/>
              <a:gd name="T33" fmla="*/ 36 h 47"/>
              <a:gd name="T34" fmla="*/ 54 w 54"/>
              <a:gd name="T35" fmla="*/ 34 h 47"/>
              <a:gd name="T36" fmla="*/ 54 w 54"/>
              <a:gd name="T37" fmla="*/ 33 h 47"/>
              <a:gd name="T38" fmla="*/ 54 w 54"/>
              <a:gd name="T39" fmla="*/ 31 h 47"/>
              <a:gd name="T40" fmla="*/ 54 w 54"/>
              <a:gd name="T41" fmla="*/ 7 h 47"/>
              <a:gd name="T42" fmla="*/ 54 w 54"/>
              <a:gd name="T43" fmla="*/ 5 h 47"/>
              <a:gd name="T44" fmla="*/ 54 w 54"/>
              <a:gd name="T45" fmla="*/ 4 h 47"/>
              <a:gd name="T46" fmla="*/ 54 w 54"/>
              <a:gd name="T47" fmla="*/ 2 h 47"/>
              <a:gd name="T48" fmla="*/ 52 w 54"/>
              <a:gd name="T49" fmla="*/ 0 h 47"/>
              <a:gd name="T50" fmla="*/ 26 w 54"/>
              <a:gd name="T51" fmla="*/ 22 h 47"/>
              <a:gd name="T52" fmla="*/ 30 w 54"/>
              <a:gd name="T53" fmla="*/ 18 h 47"/>
              <a:gd name="T54" fmla="*/ 34 w 54"/>
              <a:gd name="T55" fmla="*/ 22 h 47"/>
              <a:gd name="T56" fmla="*/ 30 w 54"/>
              <a:gd name="T57" fmla="*/ 26 h 47"/>
              <a:gd name="T58" fmla="*/ 26 w 54"/>
              <a:gd name="T59" fmla="*/ 22 h 47"/>
              <a:gd name="T60" fmla="*/ 38 w 54"/>
              <a:gd name="T61" fmla="*/ 42 h 47"/>
              <a:gd name="T62" fmla="*/ 7 w 54"/>
              <a:gd name="T63" fmla="*/ 42 h 47"/>
              <a:gd name="T64" fmla="*/ 5 w 54"/>
              <a:gd name="T65" fmla="*/ 40 h 47"/>
              <a:gd name="T66" fmla="*/ 5 w 54"/>
              <a:gd name="T67" fmla="*/ 37 h 47"/>
              <a:gd name="T68" fmla="*/ 5 w 54"/>
              <a:gd name="T69" fmla="*/ 36 h 47"/>
              <a:gd name="T70" fmla="*/ 6 w 54"/>
              <a:gd name="T71" fmla="*/ 34 h 47"/>
              <a:gd name="T72" fmla="*/ 20 w 54"/>
              <a:gd name="T73" fmla="*/ 29 h 47"/>
              <a:gd name="T74" fmla="*/ 23 w 54"/>
              <a:gd name="T75" fmla="*/ 30 h 47"/>
              <a:gd name="T76" fmla="*/ 26 w 54"/>
              <a:gd name="T77" fmla="*/ 32 h 47"/>
              <a:gd name="T78" fmla="*/ 38 w 54"/>
              <a:gd name="T79" fmla="*/ 32 h 47"/>
              <a:gd name="T80" fmla="*/ 39 w 54"/>
              <a:gd name="T81" fmla="*/ 32 h 47"/>
              <a:gd name="T82" fmla="*/ 40 w 54"/>
              <a:gd name="T83" fmla="*/ 33 h 47"/>
              <a:gd name="T84" fmla="*/ 40 w 54"/>
              <a:gd name="T85" fmla="*/ 40 h 47"/>
              <a:gd name="T86" fmla="*/ 38 w 54"/>
              <a:gd name="T87" fmla="*/ 42 h 47"/>
              <a:gd name="T88" fmla="*/ 49 w 54"/>
              <a:gd name="T89" fmla="*/ 31 h 47"/>
              <a:gd name="T90" fmla="*/ 48 w 54"/>
              <a:gd name="T91" fmla="*/ 33 h 47"/>
              <a:gd name="T92" fmla="*/ 47 w 54"/>
              <a:gd name="T93" fmla="*/ 33 h 47"/>
              <a:gd name="T94" fmla="*/ 45 w 54"/>
              <a:gd name="T95" fmla="*/ 33 h 47"/>
              <a:gd name="T96" fmla="*/ 45 w 54"/>
              <a:gd name="T97" fmla="*/ 11 h 47"/>
              <a:gd name="T98" fmla="*/ 43 w 54"/>
              <a:gd name="T99" fmla="*/ 9 h 47"/>
              <a:gd name="T100" fmla="*/ 14 w 54"/>
              <a:gd name="T101" fmla="*/ 9 h 47"/>
              <a:gd name="T102" fmla="*/ 14 w 54"/>
              <a:gd name="T103" fmla="*/ 9 h 47"/>
              <a:gd name="T104" fmla="*/ 14 w 54"/>
              <a:gd name="T105" fmla="*/ 7 h 47"/>
              <a:gd name="T106" fmla="*/ 15 w 54"/>
              <a:gd name="T107" fmla="*/ 6 h 47"/>
              <a:gd name="T108" fmla="*/ 16 w 54"/>
              <a:gd name="T109" fmla="*/ 5 h 47"/>
              <a:gd name="T110" fmla="*/ 47 w 54"/>
              <a:gd name="T111" fmla="*/ 5 h 47"/>
              <a:gd name="T112" fmla="*/ 49 w 54"/>
              <a:gd name="T113" fmla="*/ 7 h 47"/>
              <a:gd name="T114" fmla="*/ 49 w 54"/>
              <a:gd name="T115" fmla="*/ 31 h 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4" h="47">
                <a:moveTo>
                  <a:pt x="52" y="0"/>
                </a:moveTo>
                <a:cubicBezTo>
                  <a:pt x="11" y="0"/>
                  <a:pt x="11" y="0"/>
                  <a:pt x="11" y="0"/>
                </a:cubicBezTo>
                <a:cubicBezTo>
                  <a:pt x="10" y="0"/>
                  <a:pt x="9" y="1"/>
                  <a:pt x="9" y="2"/>
                </a:cubicBezTo>
                <a:cubicBezTo>
                  <a:pt x="9" y="4"/>
                  <a:pt x="9" y="4"/>
                  <a:pt x="9" y="4"/>
                </a:cubicBezTo>
                <a:cubicBezTo>
                  <a:pt x="9" y="4"/>
                  <a:pt x="9" y="5"/>
                  <a:pt x="9" y="5"/>
                </a:cubicBezTo>
                <a:cubicBezTo>
                  <a:pt x="9" y="5"/>
                  <a:pt x="9" y="6"/>
                  <a:pt x="9" y="6"/>
                </a:cubicBezTo>
                <a:cubicBezTo>
                  <a:pt x="9" y="9"/>
                  <a:pt x="9" y="9"/>
                  <a:pt x="9" y="9"/>
                </a:cubicBezTo>
                <a:cubicBezTo>
                  <a:pt x="9" y="9"/>
                  <a:pt x="9" y="9"/>
                  <a:pt x="10" y="9"/>
                </a:cubicBezTo>
                <a:cubicBezTo>
                  <a:pt x="2" y="9"/>
                  <a:pt x="2" y="9"/>
                  <a:pt x="2" y="9"/>
                </a:cubicBezTo>
                <a:cubicBezTo>
                  <a:pt x="1" y="9"/>
                  <a:pt x="0" y="10"/>
                  <a:pt x="0" y="11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46"/>
                  <a:pt x="1" y="47"/>
                  <a:pt x="2" y="47"/>
                </a:cubicBezTo>
                <a:cubicBezTo>
                  <a:pt x="43" y="47"/>
                  <a:pt x="43" y="47"/>
                  <a:pt x="43" y="47"/>
                </a:cubicBezTo>
                <a:cubicBezTo>
                  <a:pt x="44" y="47"/>
                  <a:pt x="45" y="46"/>
                  <a:pt x="45" y="45"/>
                </a:cubicBezTo>
                <a:cubicBezTo>
                  <a:pt x="45" y="38"/>
                  <a:pt x="45" y="38"/>
                  <a:pt x="45" y="38"/>
                </a:cubicBezTo>
                <a:cubicBezTo>
                  <a:pt x="52" y="38"/>
                  <a:pt x="52" y="38"/>
                  <a:pt x="52" y="38"/>
                </a:cubicBezTo>
                <a:cubicBezTo>
                  <a:pt x="53" y="38"/>
                  <a:pt x="54" y="37"/>
                  <a:pt x="54" y="36"/>
                </a:cubicBezTo>
                <a:cubicBezTo>
                  <a:pt x="54" y="34"/>
                  <a:pt x="54" y="34"/>
                  <a:pt x="54" y="34"/>
                </a:cubicBezTo>
                <a:cubicBezTo>
                  <a:pt x="54" y="33"/>
                  <a:pt x="54" y="33"/>
                  <a:pt x="54" y="33"/>
                </a:cubicBezTo>
                <a:cubicBezTo>
                  <a:pt x="54" y="33"/>
                  <a:pt x="54" y="32"/>
                  <a:pt x="54" y="31"/>
                </a:cubicBezTo>
                <a:cubicBezTo>
                  <a:pt x="54" y="7"/>
                  <a:pt x="54" y="7"/>
                  <a:pt x="54" y="7"/>
                </a:cubicBezTo>
                <a:cubicBezTo>
                  <a:pt x="54" y="6"/>
                  <a:pt x="54" y="5"/>
                  <a:pt x="54" y="5"/>
                </a:cubicBezTo>
                <a:cubicBezTo>
                  <a:pt x="54" y="5"/>
                  <a:pt x="54" y="4"/>
                  <a:pt x="54" y="4"/>
                </a:cubicBezTo>
                <a:cubicBezTo>
                  <a:pt x="54" y="2"/>
                  <a:pt x="54" y="2"/>
                  <a:pt x="54" y="2"/>
                </a:cubicBezTo>
                <a:cubicBezTo>
                  <a:pt x="54" y="1"/>
                  <a:pt x="53" y="0"/>
                  <a:pt x="52" y="0"/>
                </a:cubicBezTo>
                <a:close/>
                <a:moveTo>
                  <a:pt x="26" y="22"/>
                </a:moveTo>
                <a:cubicBezTo>
                  <a:pt x="26" y="20"/>
                  <a:pt x="28" y="18"/>
                  <a:pt x="30" y="18"/>
                </a:cubicBezTo>
                <a:cubicBezTo>
                  <a:pt x="33" y="18"/>
                  <a:pt x="34" y="20"/>
                  <a:pt x="34" y="22"/>
                </a:cubicBezTo>
                <a:cubicBezTo>
                  <a:pt x="34" y="24"/>
                  <a:pt x="33" y="26"/>
                  <a:pt x="30" y="26"/>
                </a:cubicBezTo>
                <a:cubicBezTo>
                  <a:pt x="28" y="26"/>
                  <a:pt x="26" y="24"/>
                  <a:pt x="26" y="22"/>
                </a:cubicBezTo>
                <a:close/>
                <a:moveTo>
                  <a:pt x="38" y="42"/>
                </a:moveTo>
                <a:cubicBezTo>
                  <a:pt x="7" y="42"/>
                  <a:pt x="7" y="42"/>
                  <a:pt x="7" y="42"/>
                </a:cubicBezTo>
                <a:cubicBezTo>
                  <a:pt x="6" y="42"/>
                  <a:pt x="5" y="41"/>
                  <a:pt x="5" y="40"/>
                </a:cubicBezTo>
                <a:cubicBezTo>
                  <a:pt x="5" y="37"/>
                  <a:pt x="5" y="37"/>
                  <a:pt x="5" y="37"/>
                </a:cubicBezTo>
                <a:cubicBezTo>
                  <a:pt x="5" y="37"/>
                  <a:pt x="5" y="36"/>
                  <a:pt x="5" y="36"/>
                </a:cubicBezTo>
                <a:cubicBezTo>
                  <a:pt x="6" y="35"/>
                  <a:pt x="6" y="35"/>
                  <a:pt x="6" y="34"/>
                </a:cubicBezTo>
                <a:cubicBezTo>
                  <a:pt x="6" y="34"/>
                  <a:pt x="11" y="26"/>
                  <a:pt x="20" y="29"/>
                </a:cubicBezTo>
                <a:cubicBezTo>
                  <a:pt x="21" y="29"/>
                  <a:pt x="22" y="30"/>
                  <a:pt x="23" y="30"/>
                </a:cubicBezTo>
                <a:cubicBezTo>
                  <a:pt x="24" y="31"/>
                  <a:pt x="25" y="31"/>
                  <a:pt x="26" y="32"/>
                </a:cubicBezTo>
                <a:cubicBezTo>
                  <a:pt x="34" y="35"/>
                  <a:pt x="38" y="32"/>
                  <a:pt x="38" y="32"/>
                </a:cubicBezTo>
                <a:cubicBezTo>
                  <a:pt x="38" y="32"/>
                  <a:pt x="38" y="32"/>
                  <a:pt x="39" y="32"/>
                </a:cubicBezTo>
                <a:cubicBezTo>
                  <a:pt x="39" y="32"/>
                  <a:pt x="40" y="32"/>
                  <a:pt x="40" y="33"/>
                </a:cubicBezTo>
                <a:cubicBezTo>
                  <a:pt x="40" y="40"/>
                  <a:pt x="40" y="40"/>
                  <a:pt x="40" y="40"/>
                </a:cubicBezTo>
                <a:cubicBezTo>
                  <a:pt x="40" y="41"/>
                  <a:pt x="39" y="42"/>
                  <a:pt x="38" y="42"/>
                </a:cubicBezTo>
                <a:close/>
                <a:moveTo>
                  <a:pt x="49" y="31"/>
                </a:moveTo>
                <a:cubicBezTo>
                  <a:pt x="49" y="32"/>
                  <a:pt x="48" y="32"/>
                  <a:pt x="48" y="33"/>
                </a:cubicBezTo>
                <a:cubicBezTo>
                  <a:pt x="48" y="33"/>
                  <a:pt x="47" y="33"/>
                  <a:pt x="47" y="33"/>
                </a:cubicBezTo>
                <a:cubicBezTo>
                  <a:pt x="45" y="33"/>
                  <a:pt x="45" y="33"/>
                  <a:pt x="45" y="33"/>
                </a:cubicBezTo>
                <a:cubicBezTo>
                  <a:pt x="45" y="11"/>
                  <a:pt x="45" y="11"/>
                  <a:pt x="45" y="11"/>
                </a:cubicBezTo>
                <a:cubicBezTo>
                  <a:pt x="45" y="10"/>
                  <a:pt x="44" y="9"/>
                  <a:pt x="43" y="9"/>
                </a:cubicBezTo>
                <a:cubicBezTo>
                  <a:pt x="14" y="9"/>
                  <a:pt x="14" y="9"/>
                  <a:pt x="14" y="9"/>
                </a:cubicBezTo>
                <a:cubicBezTo>
                  <a:pt x="14" y="9"/>
                  <a:pt x="14" y="9"/>
                  <a:pt x="14" y="9"/>
                </a:cubicBezTo>
                <a:cubicBezTo>
                  <a:pt x="14" y="7"/>
                  <a:pt x="14" y="7"/>
                  <a:pt x="14" y="7"/>
                </a:cubicBezTo>
                <a:cubicBezTo>
                  <a:pt x="14" y="7"/>
                  <a:pt x="14" y="6"/>
                  <a:pt x="15" y="6"/>
                </a:cubicBezTo>
                <a:cubicBezTo>
                  <a:pt x="15" y="6"/>
                  <a:pt x="15" y="5"/>
                  <a:pt x="16" y="5"/>
                </a:cubicBezTo>
                <a:cubicBezTo>
                  <a:pt x="47" y="5"/>
                  <a:pt x="47" y="5"/>
                  <a:pt x="47" y="5"/>
                </a:cubicBezTo>
                <a:cubicBezTo>
                  <a:pt x="48" y="5"/>
                  <a:pt x="49" y="6"/>
                  <a:pt x="49" y="7"/>
                </a:cubicBezTo>
                <a:lnTo>
                  <a:pt x="49" y="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7680" name="Group 32"/>
          <p:cNvGrpSpPr/>
          <p:nvPr/>
        </p:nvGrpSpPr>
        <p:grpSpPr bwMode="auto">
          <a:xfrm>
            <a:off x="3792538" y="2458378"/>
            <a:ext cx="133350" cy="107983"/>
            <a:chOff x="0" y="0"/>
            <a:chExt cx="116" cy="94"/>
          </a:xfrm>
        </p:grpSpPr>
        <p:sp>
          <p:nvSpPr>
            <p:cNvPr id="27681" name="Freeform 33"/>
            <p:cNvSpPr/>
            <p:nvPr/>
          </p:nvSpPr>
          <p:spPr bwMode="auto">
            <a:xfrm>
              <a:off x="0" y="0"/>
              <a:ext cx="116" cy="47"/>
            </a:xfrm>
            <a:custGeom>
              <a:avLst/>
              <a:gdLst>
                <a:gd name="T0" fmla="*/ 47 w 49"/>
                <a:gd name="T1" fmla="*/ 0 h 20"/>
                <a:gd name="T2" fmla="*/ 49 w 49"/>
                <a:gd name="T3" fmla="*/ 1 h 20"/>
                <a:gd name="T4" fmla="*/ 49 w 49"/>
                <a:gd name="T5" fmla="*/ 1 h 20"/>
                <a:gd name="T6" fmla="*/ 48 w 49"/>
                <a:gd name="T7" fmla="*/ 3 h 20"/>
                <a:gd name="T8" fmla="*/ 25 w 49"/>
                <a:gd name="T9" fmla="*/ 20 h 20"/>
                <a:gd name="T10" fmla="*/ 23 w 49"/>
                <a:gd name="T11" fmla="*/ 20 h 20"/>
                <a:gd name="T12" fmla="*/ 1 w 49"/>
                <a:gd name="T13" fmla="*/ 3 h 20"/>
                <a:gd name="T14" fmla="*/ 0 w 49"/>
                <a:gd name="T15" fmla="*/ 1 h 20"/>
                <a:gd name="T16" fmla="*/ 0 w 49"/>
                <a:gd name="T17" fmla="*/ 1 h 20"/>
                <a:gd name="T18" fmla="*/ 1 w 49"/>
                <a:gd name="T19" fmla="*/ 0 h 20"/>
                <a:gd name="T20" fmla="*/ 47 w 49"/>
                <a:gd name="T2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" h="20">
                  <a:moveTo>
                    <a:pt x="47" y="0"/>
                  </a:moveTo>
                  <a:cubicBezTo>
                    <a:pt x="48" y="0"/>
                    <a:pt x="49" y="0"/>
                    <a:pt x="49" y="1"/>
                  </a:cubicBezTo>
                  <a:cubicBezTo>
                    <a:pt x="49" y="1"/>
                    <a:pt x="49" y="1"/>
                    <a:pt x="49" y="1"/>
                  </a:cubicBezTo>
                  <a:cubicBezTo>
                    <a:pt x="49" y="2"/>
                    <a:pt x="48" y="3"/>
                    <a:pt x="48" y="3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4" y="20"/>
                    <a:pt x="23" y="2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3"/>
                    <a:pt x="0" y="2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2" name="Freeform 34"/>
            <p:cNvSpPr/>
            <p:nvPr/>
          </p:nvSpPr>
          <p:spPr bwMode="auto">
            <a:xfrm>
              <a:off x="0" y="19"/>
              <a:ext cx="116" cy="75"/>
            </a:xfrm>
            <a:custGeom>
              <a:avLst/>
              <a:gdLst>
                <a:gd name="T0" fmla="*/ 23 w 49"/>
                <a:gd name="T1" fmla="*/ 17 h 32"/>
                <a:gd name="T2" fmla="*/ 25 w 49"/>
                <a:gd name="T3" fmla="*/ 17 h 32"/>
                <a:gd name="T4" fmla="*/ 48 w 49"/>
                <a:gd name="T5" fmla="*/ 0 h 32"/>
                <a:gd name="T6" fmla="*/ 49 w 49"/>
                <a:gd name="T7" fmla="*/ 1 h 32"/>
                <a:gd name="T8" fmla="*/ 49 w 49"/>
                <a:gd name="T9" fmla="*/ 30 h 32"/>
                <a:gd name="T10" fmla="*/ 47 w 49"/>
                <a:gd name="T11" fmla="*/ 32 h 32"/>
                <a:gd name="T12" fmla="*/ 1 w 49"/>
                <a:gd name="T13" fmla="*/ 32 h 32"/>
                <a:gd name="T14" fmla="*/ 0 w 49"/>
                <a:gd name="T15" fmla="*/ 30 h 32"/>
                <a:gd name="T16" fmla="*/ 0 w 49"/>
                <a:gd name="T17" fmla="*/ 1 h 32"/>
                <a:gd name="T18" fmla="*/ 1 w 49"/>
                <a:gd name="T19" fmla="*/ 0 h 32"/>
                <a:gd name="T20" fmla="*/ 23 w 49"/>
                <a:gd name="T21" fmla="*/ 17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" h="32">
                  <a:moveTo>
                    <a:pt x="23" y="17"/>
                  </a:moveTo>
                  <a:cubicBezTo>
                    <a:pt x="24" y="17"/>
                    <a:pt x="25" y="17"/>
                    <a:pt x="25" y="17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8" y="0"/>
                    <a:pt x="49" y="0"/>
                    <a:pt x="49" y="1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1"/>
                    <a:pt x="48" y="32"/>
                    <a:pt x="47" y="32"/>
                  </a:cubicBezTo>
                  <a:cubicBezTo>
                    <a:pt x="1" y="32"/>
                    <a:pt x="1" y="32"/>
                    <a:pt x="1" y="32"/>
                  </a:cubicBezTo>
                  <a:cubicBezTo>
                    <a:pt x="0" y="32"/>
                    <a:pt x="0" y="31"/>
                    <a:pt x="0" y="3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lnTo>
                    <a:pt x="23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7691" name="Rectangle 43"/>
          <p:cNvSpPr>
            <a:spLocks noChangeArrowheads="1"/>
          </p:cNvSpPr>
          <p:nvPr/>
        </p:nvSpPr>
        <p:spPr bwMode="auto">
          <a:xfrm>
            <a:off x="4211638" y="2283698"/>
            <a:ext cx="2019300" cy="294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>
                <a:solidFill>
                  <a:schemeClr val="bg1">
                    <a:lumMod val="50000"/>
                  </a:schemeClr>
                </a:solidFill>
              </a:rPr>
              <a:t>通用数据集：特定领域数据集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</a:rPr>
              <a:t>=0.7</a:t>
            </a:r>
            <a:r>
              <a:rPr lang="zh-CN" altLang="en-US" sz="800">
                <a:solidFill>
                  <a:schemeClr val="bg1">
                    <a:lumMod val="50000"/>
                  </a:schemeClr>
                </a:solidFill>
              </a:rPr>
              <a:t>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</a:rPr>
              <a:t>0.3</a:t>
            </a:r>
            <a:endParaRPr lang="zh-CN" altLang="en-US" sz="800">
              <a:solidFill>
                <a:schemeClr val="bg1">
                  <a:lumMod val="50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800">
                <a:solidFill>
                  <a:schemeClr val="bg1">
                    <a:lumMod val="50000"/>
                  </a:schemeClr>
                </a:solidFill>
              </a:rPr>
              <a:t>MLM</a:t>
            </a:r>
            <a:r>
              <a:rPr lang="zh-CN" altLang="en-US" sz="800">
                <a:solidFill>
                  <a:schemeClr val="bg1">
                    <a:lumMod val="50000"/>
                  </a:schemeClr>
                </a:solidFill>
              </a:rPr>
              <a:t>损失：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</a:rPr>
              <a:t>0.0173</a:t>
            </a:r>
            <a:endParaRPr lang="en-US" altLang="zh-CN" sz="8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692" name="Rectangle 44"/>
          <p:cNvSpPr>
            <a:spLocks noChangeArrowheads="1"/>
          </p:cNvSpPr>
          <p:nvPr/>
        </p:nvSpPr>
        <p:spPr bwMode="auto">
          <a:xfrm>
            <a:off x="4211638" y="3001470"/>
            <a:ext cx="2019300" cy="294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>
                <a:solidFill>
                  <a:schemeClr val="bg1">
                    <a:lumMod val="50000"/>
                  </a:schemeClr>
                </a:solidFill>
                <a:sym typeface="+mn-ea"/>
              </a:rPr>
              <a:t>通用数据集：特定领域数据集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sym typeface="+mn-ea"/>
              </a:rPr>
              <a:t>=0.3</a:t>
            </a:r>
            <a:r>
              <a:rPr lang="zh-CN" altLang="en-US" sz="800">
                <a:solidFill>
                  <a:schemeClr val="bg1">
                    <a:lumMod val="50000"/>
                  </a:schemeClr>
                </a:solidFill>
                <a:sym typeface="+mn-ea"/>
              </a:rPr>
              <a:t>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sym typeface="+mn-ea"/>
              </a:rPr>
              <a:t>0.7</a:t>
            </a:r>
            <a:endParaRPr lang="zh-CN" altLang="en-US" sz="800">
              <a:solidFill>
                <a:schemeClr val="bg1">
                  <a:lumMod val="50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sym typeface="+mn-ea"/>
              </a:rPr>
              <a:t>MLM</a:t>
            </a:r>
            <a:r>
              <a:rPr lang="zh-CN" altLang="en-US" sz="800">
                <a:solidFill>
                  <a:schemeClr val="bg1">
                    <a:lumMod val="50000"/>
                  </a:schemeClr>
                </a:solidFill>
                <a:sym typeface="+mn-ea"/>
              </a:rPr>
              <a:t>损失：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sym typeface="+mn-ea"/>
              </a:rPr>
              <a:t>0.0175</a:t>
            </a:r>
            <a:endParaRPr lang="zh-CN" altLang="en-US" sz="8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693" name="Rectangle 45"/>
          <p:cNvSpPr>
            <a:spLocks noChangeArrowheads="1"/>
          </p:cNvSpPr>
          <p:nvPr/>
        </p:nvSpPr>
        <p:spPr bwMode="auto">
          <a:xfrm>
            <a:off x="4211638" y="3731945"/>
            <a:ext cx="2019300" cy="294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>
                <a:solidFill>
                  <a:schemeClr val="bg1">
                    <a:lumMod val="50000"/>
                  </a:schemeClr>
                </a:solidFill>
                <a:sym typeface="+mn-ea"/>
              </a:rPr>
              <a:t>通用数据集：特定领域数据集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sym typeface="+mn-ea"/>
              </a:rPr>
              <a:t>=0.2</a:t>
            </a:r>
            <a:r>
              <a:rPr lang="zh-CN" altLang="en-US" sz="800">
                <a:solidFill>
                  <a:schemeClr val="bg1">
                    <a:lumMod val="50000"/>
                  </a:schemeClr>
                </a:solidFill>
                <a:sym typeface="+mn-ea"/>
              </a:rPr>
              <a:t>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sym typeface="+mn-ea"/>
              </a:rPr>
              <a:t>0.8</a:t>
            </a:r>
            <a:endParaRPr lang="zh-CN" altLang="en-US" sz="800">
              <a:solidFill>
                <a:schemeClr val="bg1">
                  <a:lumMod val="50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sym typeface="+mn-ea"/>
              </a:rPr>
              <a:t>MLM</a:t>
            </a:r>
            <a:r>
              <a:rPr lang="zh-CN" altLang="en-US" sz="800">
                <a:solidFill>
                  <a:schemeClr val="bg1">
                    <a:lumMod val="50000"/>
                  </a:schemeClr>
                </a:solidFill>
                <a:sym typeface="+mn-ea"/>
              </a:rPr>
              <a:t>损失：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sym typeface="+mn-ea"/>
              </a:rPr>
              <a:t>0.0194</a:t>
            </a:r>
            <a:endParaRPr lang="zh-CN" altLang="en-US" sz="8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694" name="Rectangle 46"/>
          <p:cNvSpPr>
            <a:spLocks noChangeArrowheads="1"/>
          </p:cNvSpPr>
          <p:nvPr/>
        </p:nvSpPr>
        <p:spPr bwMode="auto">
          <a:xfrm>
            <a:off x="4211638" y="1406158"/>
            <a:ext cx="2019300" cy="441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b="1">
                <a:solidFill>
                  <a:schemeClr val="bg1">
                    <a:lumMod val="50000"/>
                  </a:schemeClr>
                </a:solidFill>
              </a:rPr>
              <a:t>遗忘现象的发生</a:t>
            </a:r>
            <a:endParaRPr lang="zh-CN" altLang="en-US" sz="800">
              <a:solidFill>
                <a:schemeClr val="bg1">
                  <a:lumMod val="50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sym typeface="+mn-ea"/>
              </a:rPr>
              <a:t>MLM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sym typeface="+mn-ea"/>
              </a:rPr>
              <a:t>损失（进行微调前）：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sym typeface="+mn-ea"/>
              </a:rPr>
              <a:t>1.0534</a:t>
            </a:r>
            <a:endParaRPr lang="en-US" altLang="zh-CN" sz="8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sym typeface="+mn-ea"/>
              </a:rPr>
              <a:t>MLM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sym typeface="+mn-ea"/>
              </a:rPr>
              <a:t>损失（进行微调后）：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sym typeface="+mn-ea"/>
              </a:rPr>
              <a:t>1.1896</a:t>
            </a:r>
            <a:endParaRPr lang="zh-CN" altLang="en-US" sz="8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8" name="Rectangle 39"/>
          <p:cNvSpPr>
            <a:spLocks noChangeArrowheads="1"/>
          </p:cNvSpPr>
          <p:nvPr/>
        </p:nvSpPr>
        <p:spPr bwMode="auto">
          <a:xfrm>
            <a:off x="415925" y="278130"/>
            <a:ext cx="3495040" cy="30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l"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不同比例混合的实验结果</a:t>
            </a:r>
            <a:endParaRPr lang="en-US" altLang="zh-CN" sz="20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416158" y="699542"/>
            <a:ext cx="899592" cy="56017"/>
            <a:chOff x="0" y="2842590"/>
            <a:chExt cx="7054752" cy="89199"/>
          </a:xfrm>
        </p:grpSpPr>
        <p:sp>
          <p:nvSpPr>
            <p:cNvPr id="60" name="矩形 59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矩形 60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矩形 61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矩形 62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t="42037"/>
          <a:stretch>
            <a:fillRect/>
          </a:stretch>
        </p:blipFill>
        <p:spPr>
          <a:xfrm>
            <a:off x="6228080" y="1419860"/>
            <a:ext cx="1584325" cy="1746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t="25750" r="1082" b="17500"/>
          <a:stretch>
            <a:fillRect/>
          </a:stretch>
        </p:blipFill>
        <p:spPr>
          <a:xfrm>
            <a:off x="6231255" y="1707515"/>
            <a:ext cx="1595120" cy="1524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rcRect r="4783" b="27533"/>
          <a:stretch>
            <a:fillRect/>
          </a:stretch>
        </p:blipFill>
        <p:spPr>
          <a:xfrm>
            <a:off x="6223000" y="3060700"/>
            <a:ext cx="1530350" cy="19304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255" y="3715385"/>
            <a:ext cx="1487805" cy="2209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000" y="2529840"/>
            <a:ext cx="1530985" cy="2120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"/>
          <p:cNvSpPr>
            <a:spLocks noEditPoints="1"/>
          </p:cNvSpPr>
          <p:nvPr/>
        </p:nvSpPr>
        <p:spPr bwMode="auto">
          <a:xfrm>
            <a:off x="4343400" y="1158093"/>
            <a:ext cx="457200" cy="593986"/>
          </a:xfrm>
          <a:custGeom>
            <a:avLst/>
            <a:gdLst>
              <a:gd name="T0" fmla="*/ 891 w 1347"/>
              <a:gd name="T1" fmla="*/ 639 h 1750"/>
              <a:gd name="T2" fmla="*/ 673 w 1347"/>
              <a:gd name="T3" fmla="*/ 728 h 1750"/>
              <a:gd name="T4" fmla="*/ 555 w 1347"/>
              <a:gd name="T5" fmla="*/ 706 h 1750"/>
              <a:gd name="T6" fmla="*/ 456 w 1347"/>
              <a:gd name="T7" fmla="*/ 639 h 1750"/>
              <a:gd name="T8" fmla="*/ 398 w 1347"/>
              <a:gd name="T9" fmla="*/ 639 h 1750"/>
              <a:gd name="T10" fmla="*/ 397 w 1347"/>
              <a:gd name="T11" fmla="*/ 696 h 1750"/>
              <a:gd name="T12" fmla="*/ 525 w 1347"/>
              <a:gd name="T13" fmla="*/ 781 h 1750"/>
              <a:gd name="T14" fmla="*/ 673 w 1347"/>
              <a:gd name="T15" fmla="*/ 810 h 1750"/>
              <a:gd name="T16" fmla="*/ 949 w 1347"/>
              <a:gd name="T17" fmla="*/ 696 h 1750"/>
              <a:gd name="T18" fmla="*/ 949 w 1347"/>
              <a:gd name="T19" fmla="*/ 639 h 1750"/>
              <a:gd name="T20" fmla="*/ 891 w 1347"/>
              <a:gd name="T21" fmla="*/ 639 h 1750"/>
              <a:gd name="T22" fmla="*/ 987 w 1347"/>
              <a:gd name="T23" fmla="*/ 1525 h 1750"/>
              <a:gd name="T24" fmla="*/ 987 w 1347"/>
              <a:gd name="T25" fmla="*/ 1525 h 1750"/>
              <a:gd name="T26" fmla="*/ 360 w 1347"/>
              <a:gd name="T27" fmla="*/ 1525 h 1750"/>
              <a:gd name="T28" fmla="*/ 318 w 1347"/>
              <a:gd name="T29" fmla="*/ 1566 h 1750"/>
              <a:gd name="T30" fmla="*/ 360 w 1347"/>
              <a:gd name="T31" fmla="*/ 1607 h 1750"/>
              <a:gd name="T32" fmla="*/ 987 w 1347"/>
              <a:gd name="T33" fmla="*/ 1607 h 1750"/>
              <a:gd name="T34" fmla="*/ 1027 w 1347"/>
              <a:gd name="T35" fmla="*/ 1566 h 1750"/>
              <a:gd name="T36" fmla="*/ 987 w 1347"/>
              <a:gd name="T37" fmla="*/ 1525 h 1750"/>
              <a:gd name="T38" fmla="*/ 1347 w 1347"/>
              <a:gd name="T39" fmla="*/ 674 h 1750"/>
              <a:gd name="T40" fmla="*/ 1347 w 1347"/>
              <a:gd name="T41" fmla="*/ 674 h 1750"/>
              <a:gd name="T42" fmla="*/ 1149 w 1347"/>
              <a:gd name="T43" fmla="*/ 198 h 1750"/>
              <a:gd name="T44" fmla="*/ 673 w 1347"/>
              <a:gd name="T45" fmla="*/ 0 h 1750"/>
              <a:gd name="T46" fmla="*/ 197 w 1347"/>
              <a:gd name="T47" fmla="*/ 198 h 1750"/>
              <a:gd name="T48" fmla="*/ 0 w 1347"/>
              <a:gd name="T49" fmla="*/ 674 h 1750"/>
              <a:gd name="T50" fmla="*/ 86 w 1347"/>
              <a:gd name="T51" fmla="*/ 1005 h 1750"/>
              <a:gd name="T52" fmla="*/ 292 w 1347"/>
              <a:gd name="T53" fmla="*/ 1229 h 1750"/>
              <a:gd name="T54" fmla="*/ 292 w 1347"/>
              <a:gd name="T55" fmla="*/ 1418 h 1750"/>
              <a:gd name="T56" fmla="*/ 360 w 1347"/>
              <a:gd name="T57" fmla="*/ 1487 h 1750"/>
              <a:gd name="T58" fmla="*/ 987 w 1347"/>
              <a:gd name="T59" fmla="*/ 1487 h 1750"/>
              <a:gd name="T60" fmla="*/ 1055 w 1347"/>
              <a:gd name="T61" fmla="*/ 1418 h 1750"/>
              <a:gd name="T62" fmla="*/ 1055 w 1347"/>
              <a:gd name="T63" fmla="*/ 1229 h 1750"/>
              <a:gd name="T64" fmla="*/ 1260 w 1347"/>
              <a:gd name="T65" fmla="*/ 1005 h 1750"/>
              <a:gd name="T66" fmla="*/ 1347 w 1347"/>
              <a:gd name="T67" fmla="*/ 674 h 1750"/>
              <a:gd name="T68" fmla="*/ 1142 w 1347"/>
              <a:gd name="T69" fmla="*/ 938 h 1750"/>
              <a:gd name="T70" fmla="*/ 1142 w 1347"/>
              <a:gd name="T71" fmla="*/ 938 h 1750"/>
              <a:gd name="T72" fmla="*/ 1141 w 1347"/>
              <a:gd name="T73" fmla="*/ 938 h 1750"/>
              <a:gd name="T74" fmla="*/ 951 w 1347"/>
              <a:gd name="T75" fmla="*/ 1135 h 1750"/>
              <a:gd name="T76" fmla="*/ 919 w 1347"/>
              <a:gd name="T77" fmla="*/ 1193 h 1750"/>
              <a:gd name="T78" fmla="*/ 918 w 1347"/>
              <a:gd name="T79" fmla="*/ 1193 h 1750"/>
              <a:gd name="T80" fmla="*/ 918 w 1347"/>
              <a:gd name="T81" fmla="*/ 1350 h 1750"/>
              <a:gd name="T82" fmla="*/ 429 w 1347"/>
              <a:gd name="T83" fmla="*/ 1350 h 1750"/>
              <a:gd name="T84" fmla="*/ 429 w 1347"/>
              <a:gd name="T85" fmla="*/ 1193 h 1750"/>
              <a:gd name="T86" fmla="*/ 389 w 1347"/>
              <a:gd name="T87" fmla="*/ 1132 h 1750"/>
              <a:gd name="T88" fmla="*/ 205 w 1347"/>
              <a:gd name="T89" fmla="*/ 938 h 1750"/>
              <a:gd name="T90" fmla="*/ 136 w 1347"/>
              <a:gd name="T91" fmla="*/ 674 h 1750"/>
              <a:gd name="T92" fmla="*/ 294 w 1347"/>
              <a:gd name="T93" fmla="*/ 295 h 1750"/>
              <a:gd name="T94" fmla="*/ 673 w 1347"/>
              <a:gd name="T95" fmla="*/ 137 h 1750"/>
              <a:gd name="T96" fmla="*/ 1053 w 1347"/>
              <a:gd name="T97" fmla="*/ 295 h 1750"/>
              <a:gd name="T98" fmla="*/ 1210 w 1347"/>
              <a:gd name="T99" fmla="*/ 674 h 1750"/>
              <a:gd name="T100" fmla="*/ 1142 w 1347"/>
              <a:gd name="T101" fmla="*/ 938 h 1750"/>
              <a:gd name="T102" fmla="*/ 855 w 1347"/>
              <a:gd name="T103" fmla="*/ 1668 h 1750"/>
              <a:gd name="T104" fmla="*/ 855 w 1347"/>
              <a:gd name="T105" fmla="*/ 1668 h 1750"/>
              <a:gd name="T106" fmla="*/ 492 w 1347"/>
              <a:gd name="T107" fmla="*/ 1668 h 1750"/>
              <a:gd name="T108" fmla="*/ 450 w 1347"/>
              <a:gd name="T109" fmla="*/ 1709 h 1750"/>
              <a:gd name="T110" fmla="*/ 492 w 1347"/>
              <a:gd name="T111" fmla="*/ 1750 h 1750"/>
              <a:gd name="T112" fmla="*/ 855 w 1347"/>
              <a:gd name="T113" fmla="*/ 1750 h 1750"/>
              <a:gd name="T114" fmla="*/ 896 w 1347"/>
              <a:gd name="T115" fmla="*/ 1709 h 1750"/>
              <a:gd name="T116" fmla="*/ 855 w 1347"/>
              <a:gd name="T117" fmla="*/ 1668 h 17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347" h="1750">
                <a:moveTo>
                  <a:pt x="891" y="639"/>
                </a:moveTo>
                <a:cubicBezTo>
                  <a:pt x="836" y="694"/>
                  <a:pt x="758" y="728"/>
                  <a:pt x="673" y="728"/>
                </a:cubicBezTo>
                <a:cubicBezTo>
                  <a:pt x="631" y="728"/>
                  <a:pt x="591" y="720"/>
                  <a:pt x="555" y="706"/>
                </a:cubicBezTo>
                <a:cubicBezTo>
                  <a:pt x="517" y="691"/>
                  <a:pt x="484" y="667"/>
                  <a:pt x="456" y="639"/>
                </a:cubicBezTo>
                <a:cubicBezTo>
                  <a:pt x="440" y="623"/>
                  <a:pt x="413" y="623"/>
                  <a:pt x="398" y="639"/>
                </a:cubicBezTo>
                <a:cubicBezTo>
                  <a:pt x="382" y="655"/>
                  <a:pt x="382" y="681"/>
                  <a:pt x="397" y="696"/>
                </a:cubicBezTo>
                <a:cubicBezTo>
                  <a:pt x="433" y="732"/>
                  <a:pt x="477" y="761"/>
                  <a:pt x="525" y="781"/>
                </a:cubicBezTo>
                <a:cubicBezTo>
                  <a:pt x="570" y="800"/>
                  <a:pt x="621" y="810"/>
                  <a:pt x="673" y="810"/>
                </a:cubicBezTo>
                <a:cubicBezTo>
                  <a:pt x="781" y="810"/>
                  <a:pt x="878" y="767"/>
                  <a:pt x="949" y="696"/>
                </a:cubicBezTo>
                <a:cubicBezTo>
                  <a:pt x="965" y="681"/>
                  <a:pt x="965" y="655"/>
                  <a:pt x="949" y="639"/>
                </a:cubicBezTo>
                <a:cubicBezTo>
                  <a:pt x="933" y="623"/>
                  <a:pt x="907" y="623"/>
                  <a:pt x="891" y="639"/>
                </a:cubicBezTo>
                <a:close/>
                <a:moveTo>
                  <a:pt x="987" y="1525"/>
                </a:moveTo>
                <a:cubicBezTo>
                  <a:pt x="987" y="1525"/>
                  <a:pt x="987" y="1525"/>
                  <a:pt x="987" y="1525"/>
                </a:cubicBezTo>
                <a:cubicBezTo>
                  <a:pt x="360" y="1525"/>
                  <a:pt x="360" y="1525"/>
                  <a:pt x="360" y="1525"/>
                </a:cubicBezTo>
                <a:cubicBezTo>
                  <a:pt x="337" y="1525"/>
                  <a:pt x="318" y="1544"/>
                  <a:pt x="318" y="1566"/>
                </a:cubicBezTo>
                <a:cubicBezTo>
                  <a:pt x="318" y="1589"/>
                  <a:pt x="337" y="1607"/>
                  <a:pt x="360" y="1607"/>
                </a:cubicBezTo>
                <a:cubicBezTo>
                  <a:pt x="987" y="1607"/>
                  <a:pt x="987" y="1607"/>
                  <a:pt x="987" y="1607"/>
                </a:cubicBezTo>
                <a:cubicBezTo>
                  <a:pt x="1009" y="1607"/>
                  <a:pt x="1027" y="1589"/>
                  <a:pt x="1027" y="1566"/>
                </a:cubicBezTo>
                <a:cubicBezTo>
                  <a:pt x="1027" y="1544"/>
                  <a:pt x="1009" y="1525"/>
                  <a:pt x="987" y="1525"/>
                </a:cubicBezTo>
                <a:close/>
                <a:moveTo>
                  <a:pt x="1347" y="674"/>
                </a:moveTo>
                <a:cubicBezTo>
                  <a:pt x="1347" y="674"/>
                  <a:pt x="1347" y="674"/>
                  <a:pt x="1347" y="674"/>
                </a:cubicBezTo>
                <a:cubicBezTo>
                  <a:pt x="1347" y="488"/>
                  <a:pt x="1272" y="320"/>
                  <a:pt x="1149" y="198"/>
                </a:cubicBezTo>
                <a:cubicBezTo>
                  <a:pt x="1027" y="76"/>
                  <a:pt x="859" y="0"/>
                  <a:pt x="673" y="0"/>
                </a:cubicBezTo>
                <a:cubicBezTo>
                  <a:pt x="488" y="0"/>
                  <a:pt x="318" y="76"/>
                  <a:pt x="197" y="198"/>
                </a:cubicBezTo>
                <a:cubicBezTo>
                  <a:pt x="75" y="320"/>
                  <a:pt x="0" y="488"/>
                  <a:pt x="0" y="674"/>
                </a:cubicBezTo>
                <a:cubicBezTo>
                  <a:pt x="0" y="794"/>
                  <a:pt x="31" y="907"/>
                  <a:pt x="86" y="1005"/>
                </a:cubicBezTo>
                <a:cubicBezTo>
                  <a:pt x="138" y="1094"/>
                  <a:pt x="207" y="1171"/>
                  <a:pt x="292" y="1229"/>
                </a:cubicBezTo>
                <a:cubicBezTo>
                  <a:pt x="292" y="1418"/>
                  <a:pt x="292" y="1418"/>
                  <a:pt x="292" y="1418"/>
                </a:cubicBezTo>
                <a:cubicBezTo>
                  <a:pt x="292" y="1456"/>
                  <a:pt x="322" y="1487"/>
                  <a:pt x="360" y="1487"/>
                </a:cubicBezTo>
                <a:cubicBezTo>
                  <a:pt x="987" y="1487"/>
                  <a:pt x="987" y="1487"/>
                  <a:pt x="987" y="1487"/>
                </a:cubicBezTo>
                <a:cubicBezTo>
                  <a:pt x="1025" y="1487"/>
                  <a:pt x="1055" y="1456"/>
                  <a:pt x="1055" y="1418"/>
                </a:cubicBezTo>
                <a:cubicBezTo>
                  <a:pt x="1055" y="1229"/>
                  <a:pt x="1055" y="1229"/>
                  <a:pt x="1055" y="1229"/>
                </a:cubicBezTo>
                <a:cubicBezTo>
                  <a:pt x="1140" y="1171"/>
                  <a:pt x="1210" y="1094"/>
                  <a:pt x="1260" y="1005"/>
                </a:cubicBezTo>
                <a:cubicBezTo>
                  <a:pt x="1316" y="906"/>
                  <a:pt x="1347" y="794"/>
                  <a:pt x="1347" y="674"/>
                </a:cubicBezTo>
                <a:close/>
                <a:moveTo>
                  <a:pt x="1142" y="938"/>
                </a:moveTo>
                <a:cubicBezTo>
                  <a:pt x="1142" y="938"/>
                  <a:pt x="1142" y="938"/>
                  <a:pt x="1142" y="938"/>
                </a:cubicBezTo>
                <a:cubicBezTo>
                  <a:pt x="1141" y="938"/>
                  <a:pt x="1141" y="938"/>
                  <a:pt x="1141" y="938"/>
                </a:cubicBezTo>
                <a:cubicBezTo>
                  <a:pt x="1096" y="1019"/>
                  <a:pt x="1030" y="1087"/>
                  <a:pt x="951" y="1135"/>
                </a:cubicBezTo>
                <a:cubicBezTo>
                  <a:pt x="931" y="1147"/>
                  <a:pt x="919" y="1170"/>
                  <a:pt x="919" y="1193"/>
                </a:cubicBezTo>
                <a:cubicBezTo>
                  <a:pt x="918" y="1193"/>
                  <a:pt x="918" y="1193"/>
                  <a:pt x="918" y="1193"/>
                </a:cubicBezTo>
                <a:cubicBezTo>
                  <a:pt x="918" y="1350"/>
                  <a:pt x="918" y="1350"/>
                  <a:pt x="918" y="1350"/>
                </a:cubicBezTo>
                <a:cubicBezTo>
                  <a:pt x="429" y="1350"/>
                  <a:pt x="429" y="1350"/>
                  <a:pt x="429" y="1350"/>
                </a:cubicBezTo>
                <a:cubicBezTo>
                  <a:pt x="429" y="1193"/>
                  <a:pt x="429" y="1193"/>
                  <a:pt x="429" y="1193"/>
                </a:cubicBezTo>
                <a:cubicBezTo>
                  <a:pt x="429" y="1165"/>
                  <a:pt x="413" y="1142"/>
                  <a:pt x="389" y="1132"/>
                </a:cubicBezTo>
                <a:cubicBezTo>
                  <a:pt x="313" y="1083"/>
                  <a:pt x="249" y="1017"/>
                  <a:pt x="205" y="938"/>
                </a:cubicBezTo>
                <a:cubicBezTo>
                  <a:pt x="161" y="860"/>
                  <a:pt x="136" y="770"/>
                  <a:pt x="136" y="674"/>
                </a:cubicBezTo>
                <a:cubicBezTo>
                  <a:pt x="136" y="527"/>
                  <a:pt x="197" y="392"/>
                  <a:pt x="294" y="295"/>
                </a:cubicBezTo>
                <a:cubicBezTo>
                  <a:pt x="390" y="197"/>
                  <a:pt x="526" y="137"/>
                  <a:pt x="673" y="137"/>
                </a:cubicBezTo>
                <a:cubicBezTo>
                  <a:pt x="821" y="137"/>
                  <a:pt x="956" y="197"/>
                  <a:pt x="1053" y="295"/>
                </a:cubicBezTo>
                <a:cubicBezTo>
                  <a:pt x="1150" y="392"/>
                  <a:pt x="1210" y="527"/>
                  <a:pt x="1210" y="674"/>
                </a:cubicBezTo>
                <a:cubicBezTo>
                  <a:pt x="1210" y="771"/>
                  <a:pt x="1186" y="861"/>
                  <a:pt x="1142" y="938"/>
                </a:cubicBezTo>
                <a:close/>
                <a:moveTo>
                  <a:pt x="855" y="1668"/>
                </a:moveTo>
                <a:cubicBezTo>
                  <a:pt x="855" y="1668"/>
                  <a:pt x="855" y="1668"/>
                  <a:pt x="855" y="1668"/>
                </a:cubicBezTo>
                <a:cubicBezTo>
                  <a:pt x="492" y="1668"/>
                  <a:pt x="492" y="1668"/>
                  <a:pt x="492" y="1668"/>
                </a:cubicBezTo>
                <a:cubicBezTo>
                  <a:pt x="469" y="1668"/>
                  <a:pt x="450" y="1686"/>
                  <a:pt x="450" y="1709"/>
                </a:cubicBezTo>
                <a:cubicBezTo>
                  <a:pt x="450" y="1731"/>
                  <a:pt x="469" y="1750"/>
                  <a:pt x="492" y="1750"/>
                </a:cubicBezTo>
                <a:cubicBezTo>
                  <a:pt x="855" y="1750"/>
                  <a:pt x="855" y="1750"/>
                  <a:pt x="855" y="1750"/>
                </a:cubicBezTo>
                <a:cubicBezTo>
                  <a:pt x="877" y="1750"/>
                  <a:pt x="896" y="1731"/>
                  <a:pt x="896" y="1709"/>
                </a:cubicBezTo>
                <a:cubicBezTo>
                  <a:pt x="896" y="1686"/>
                  <a:pt x="877" y="1668"/>
                  <a:pt x="855" y="1668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1475656" y="2088545"/>
            <a:ext cx="6192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敬请各位老师批评指正</a:t>
            </a:r>
            <a:endParaRPr lang="zh-CN" altLang="en-US" sz="4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2286000" y="3154938"/>
            <a:ext cx="4573568" cy="246221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dist">
              <a:buFont typeface="Arial" panose="020B0604020202020204" pitchFamily="34" charset="0"/>
              <a:buNone/>
            </a:pP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</a:rPr>
              <a:t>TAHNK YOU FOR WATCHING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3069081" y="4183426"/>
            <a:ext cx="174306" cy="174304"/>
            <a:chOff x="801291" y="3535885"/>
            <a:chExt cx="219347" cy="219347"/>
          </a:xfrm>
        </p:grpSpPr>
        <p:sp>
          <p:nvSpPr>
            <p:cNvPr id="25" name="Oval 10"/>
            <p:cNvSpPr>
              <a:spLocks noChangeArrowheads="1"/>
            </p:cNvSpPr>
            <p:nvPr/>
          </p:nvSpPr>
          <p:spPr bwMode="auto">
            <a:xfrm>
              <a:off x="801291" y="3535885"/>
              <a:ext cx="219347" cy="21934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dist"/>
              <a:endParaRPr lang="zh-CN" altLang="en-US" sz="16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860980" y="3583766"/>
              <a:ext cx="100336" cy="114060"/>
              <a:chOff x="860980" y="3583766"/>
              <a:chExt cx="100336" cy="114060"/>
            </a:xfrm>
          </p:grpSpPr>
          <p:sp>
            <p:nvSpPr>
              <p:cNvPr id="27" name="Freeform 12"/>
              <p:cNvSpPr>
                <a:spLocks noEditPoints="1"/>
              </p:cNvSpPr>
              <p:nvPr/>
            </p:nvSpPr>
            <p:spPr bwMode="auto">
              <a:xfrm>
                <a:off x="884050" y="3583766"/>
                <a:ext cx="53830" cy="53740"/>
              </a:xfrm>
              <a:custGeom>
                <a:avLst/>
                <a:gdLst>
                  <a:gd name="T0" fmla="*/ 31 w 62"/>
                  <a:gd name="T1" fmla="*/ 62 h 62"/>
                  <a:gd name="T2" fmla="*/ 0 w 62"/>
                  <a:gd name="T3" fmla="*/ 31 h 62"/>
                  <a:gd name="T4" fmla="*/ 31 w 62"/>
                  <a:gd name="T5" fmla="*/ 0 h 62"/>
                  <a:gd name="T6" fmla="*/ 62 w 62"/>
                  <a:gd name="T7" fmla="*/ 31 h 62"/>
                  <a:gd name="T8" fmla="*/ 31 w 62"/>
                  <a:gd name="T9" fmla="*/ 62 h 62"/>
                  <a:gd name="T10" fmla="*/ 31 w 62"/>
                  <a:gd name="T11" fmla="*/ 11 h 62"/>
                  <a:gd name="T12" fmla="*/ 11 w 62"/>
                  <a:gd name="T13" fmla="*/ 31 h 62"/>
                  <a:gd name="T14" fmla="*/ 31 w 62"/>
                  <a:gd name="T15" fmla="*/ 51 h 62"/>
                  <a:gd name="T16" fmla="*/ 51 w 62"/>
                  <a:gd name="T17" fmla="*/ 31 h 62"/>
                  <a:gd name="T18" fmla="*/ 31 w 62"/>
                  <a:gd name="T19" fmla="*/ 11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2" h="62">
                    <a:moveTo>
                      <a:pt x="31" y="62"/>
                    </a:moveTo>
                    <a:cubicBezTo>
                      <a:pt x="14" y="62"/>
                      <a:pt x="0" y="48"/>
                      <a:pt x="0" y="31"/>
                    </a:cubicBezTo>
                    <a:cubicBezTo>
                      <a:pt x="0" y="14"/>
                      <a:pt x="14" y="0"/>
                      <a:pt x="31" y="0"/>
                    </a:cubicBezTo>
                    <a:cubicBezTo>
                      <a:pt x="48" y="0"/>
                      <a:pt x="62" y="14"/>
                      <a:pt x="62" y="31"/>
                    </a:cubicBezTo>
                    <a:cubicBezTo>
                      <a:pt x="62" y="48"/>
                      <a:pt x="48" y="62"/>
                      <a:pt x="31" y="62"/>
                    </a:cubicBezTo>
                    <a:close/>
                    <a:moveTo>
                      <a:pt x="31" y="11"/>
                    </a:moveTo>
                    <a:cubicBezTo>
                      <a:pt x="20" y="11"/>
                      <a:pt x="11" y="20"/>
                      <a:pt x="11" y="31"/>
                    </a:cubicBezTo>
                    <a:cubicBezTo>
                      <a:pt x="11" y="42"/>
                      <a:pt x="20" y="51"/>
                      <a:pt x="31" y="51"/>
                    </a:cubicBezTo>
                    <a:cubicBezTo>
                      <a:pt x="42" y="51"/>
                      <a:pt x="51" y="42"/>
                      <a:pt x="51" y="31"/>
                    </a:cubicBezTo>
                    <a:cubicBezTo>
                      <a:pt x="51" y="20"/>
                      <a:pt x="42" y="11"/>
                      <a:pt x="31" y="11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dist"/>
                <a:endParaRPr lang="zh-CN" altLang="en-US" sz="160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Freeform 13"/>
              <p:cNvSpPr/>
              <p:nvPr/>
            </p:nvSpPr>
            <p:spPr bwMode="auto">
              <a:xfrm>
                <a:off x="860980" y="3643355"/>
                <a:ext cx="100336" cy="54471"/>
              </a:xfrm>
              <a:custGeom>
                <a:avLst/>
                <a:gdLst>
                  <a:gd name="T0" fmla="*/ 111 w 116"/>
                  <a:gd name="T1" fmla="*/ 63 h 63"/>
                  <a:gd name="T2" fmla="*/ 105 w 116"/>
                  <a:gd name="T3" fmla="*/ 58 h 63"/>
                  <a:gd name="T4" fmla="*/ 58 w 116"/>
                  <a:gd name="T5" fmla="*/ 11 h 63"/>
                  <a:gd name="T6" fmla="*/ 11 w 116"/>
                  <a:gd name="T7" fmla="*/ 58 h 63"/>
                  <a:gd name="T8" fmla="*/ 6 w 116"/>
                  <a:gd name="T9" fmla="*/ 63 h 63"/>
                  <a:gd name="T10" fmla="*/ 0 w 116"/>
                  <a:gd name="T11" fmla="*/ 58 h 63"/>
                  <a:gd name="T12" fmla="*/ 58 w 116"/>
                  <a:gd name="T13" fmla="*/ 0 h 63"/>
                  <a:gd name="T14" fmla="*/ 116 w 116"/>
                  <a:gd name="T15" fmla="*/ 58 h 63"/>
                  <a:gd name="T16" fmla="*/ 111 w 116"/>
                  <a:gd name="T17" fmla="*/ 63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6" h="63">
                    <a:moveTo>
                      <a:pt x="111" y="63"/>
                    </a:moveTo>
                    <a:cubicBezTo>
                      <a:pt x="108" y="63"/>
                      <a:pt x="105" y="61"/>
                      <a:pt x="105" y="58"/>
                    </a:cubicBezTo>
                    <a:cubicBezTo>
                      <a:pt x="105" y="32"/>
                      <a:pt x="84" y="11"/>
                      <a:pt x="58" y="11"/>
                    </a:cubicBezTo>
                    <a:cubicBezTo>
                      <a:pt x="32" y="11"/>
                      <a:pt x="11" y="32"/>
                      <a:pt x="11" y="58"/>
                    </a:cubicBezTo>
                    <a:cubicBezTo>
                      <a:pt x="11" y="61"/>
                      <a:pt x="9" y="63"/>
                      <a:pt x="6" y="63"/>
                    </a:cubicBezTo>
                    <a:cubicBezTo>
                      <a:pt x="3" y="63"/>
                      <a:pt x="0" y="61"/>
                      <a:pt x="0" y="58"/>
                    </a:cubicBezTo>
                    <a:cubicBezTo>
                      <a:pt x="0" y="26"/>
                      <a:pt x="26" y="0"/>
                      <a:pt x="58" y="0"/>
                    </a:cubicBezTo>
                    <a:cubicBezTo>
                      <a:pt x="90" y="0"/>
                      <a:pt x="116" y="26"/>
                      <a:pt x="116" y="58"/>
                    </a:cubicBezTo>
                    <a:cubicBezTo>
                      <a:pt x="116" y="61"/>
                      <a:pt x="114" y="63"/>
                      <a:pt x="111" y="63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dist"/>
                <a:endParaRPr lang="zh-CN" altLang="en-US" sz="160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9" name="Group 14"/>
          <p:cNvGrpSpPr/>
          <p:nvPr/>
        </p:nvGrpSpPr>
        <p:grpSpPr bwMode="auto">
          <a:xfrm>
            <a:off x="4813893" y="4183426"/>
            <a:ext cx="174306" cy="174304"/>
            <a:chOff x="4248" y="3024"/>
            <a:chExt cx="600" cy="599"/>
          </a:xfrm>
        </p:grpSpPr>
        <p:sp>
          <p:nvSpPr>
            <p:cNvPr id="30" name="Oval 15"/>
            <p:cNvSpPr>
              <a:spLocks noChangeArrowheads="1"/>
            </p:cNvSpPr>
            <p:nvPr/>
          </p:nvSpPr>
          <p:spPr bwMode="auto">
            <a:xfrm>
              <a:off x="4248" y="3024"/>
              <a:ext cx="600" cy="59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dist"/>
              <a:endPara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1" name="Group 16"/>
            <p:cNvGrpSpPr/>
            <p:nvPr/>
          </p:nvGrpSpPr>
          <p:grpSpPr bwMode="auto">
            <a:xfrm>
              <a:off x="4441" y="3144"/>
              <a:ext cx="215" cy="345"/>
              <a:chOff x="4441" y="3144"/>
              <a:chExt cx="215" cy="345"/>
            </a:xfrm>
          </p:grpSpPr>
          <p:sp>
            <p:nvSpPr>
              <p:cNvPr id="32" name="Freeform 17"/>
              <p:cNvSpPr>
                <a:spLocks noEditPoints="1"/>
              </p:cNvSpPr>
              <p:nvPr/>
            </p:nvSpPr>
            <p:spPr bwMode="auto">
              <a:xfrm>
                <a:off x="4474" y="3144"/>
                <a:ext cx="149" cy="253"/>
              </a:xfrm>
              <a:custGeom>
                <a:avLst/>
                <a:gdLst>
                  <a:gd name="T0" fmla="*/ 31 w 63"/>
                  <a:gd name="T1" fmla="*/ 107 h 107"/>
                  <a:gd name="T2" fmla="*/ 63 w 63"/>
                  <a:gd name="T3" fmla="*/ 78 h 107"/>
                  <a:gd name="T4" fmla="*/ 63 w 63"/>
                  <a:gd name="T5" fmla="*/ 29 h 107"/>
                  <a:gd name="T6" fmla="*/ 31 w 63"/>
                  <a:gd name="T7" fmla="*/ 0 h 107"/>
                  <a:gd name="T8" fmla="*/ 0 w 63"/>
                  <a:gd name="T9" fmla="*/ 29 h 107"/>
                  <a:gd name="T10" fmla="*/ 0 w 63"/>
                  <a:gd name="T11" fmla="*/ 78 h 107"/>
                  <a:gd name="T12" fmla="*/ 31 w 63"/>
                  <a:gd name="T13" fmla="*/ 107 h 107"/>
                  <a:gd name="T14" fmla="*/ 10 w 63"/>
                  <a:gd name="T15" fmla="*/ 29 h 107"/>
                  <a:gd name="T16" fmla="*/ 31 w 63"/>
                  <a:gd name="T17" fmla="*/ 10 h 107"/>
                  <a:gd name="T18" fmla="*/ 53 w 63"/>
                  <a:gd name="T19" fmla="*/ 29 h 107"/>
                  <a:gd name="T20" fmla="*/ 53 w 63"/>
                  <a:gd name="T21" fmla="*/ 78 h 107"/>
                  <a:gd name="T22" fmla="*/ 31 w 63"/>
                  <a:gd name="T23" fmla="*/ 97 h 107"/>
                  <a:gd name="T24" fmla="*/ 10 w 63"/>
                  <a:gd name="T25" fmla="*/ 78 h 107"/>
                  <a:gd name="T26" fmla="*/ 10 w 63"/>
                  <a:gd name="T27" fmla="*/ 29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3" h="107">
                    <a:moveTo>
                      <a:pt x="31" y="107"/>
                    </a:moveTo>
                    <a:cubicBezTo>
                      <a:pt x="49" y="107"/>
                      <a:pt x="63" y="94"/>
                      <a:pt x="63" y="78"/>
                    </a:cubicBezTo>
                    <a:cubicBezTo>
                      <a:pt x="63" y="29"/>
                      <a:pt x="63" y="29"/>
                      <a:pt x="63" y="29"/>
                    </a:cubicBezTo>
                    <a:cubicBezTo>
                      <a:pt x="63" y="13"/>
                      <a:pt x="49" y="0"/>
                      <a:pt x="31" y="0"/>
                    </a:cubicBezTo>
                    <a:cubicBezTo>
                      <a:pt x="14" y="0"/>
                      <a:pt x="0" y="13"/>
                      <a:pt x="0" y="29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0" y="94"/>
                      <a:pt x="14" y="107"/>
                      <a:pt x="31" y="107"/>
                    </a:cubicBezTo>
                    <a:close/>
                    <a:moveTo>
                      <a:pt x="10" y="29"/>
                    </a:moveTo>
                    <a:cubicBezTo>
                      <a:pt x="10" y="18"/>
                      <a:pt x="19" y="10"/>
                      <a:pt x="31" y="10"/>
                    </a:cubicBezTo>
                    <a:cubicBezTo>
                      <a:pt x="43" y="10"/>
                      <a:pt x="53" y="18"/>
                      <a:pt x="53" y="29"/>
                    </a:cubicBezTo>
                    <a:cubicBezTo>
                      <a:pt x="53" y="78"/>
                      <a:pt x="53" y="78"/>
                      <a:pt x="53" y="78"/>
                    </a:cubicBezTo>
                    <a:cubicBezTo>
                      <a:pt x="53" y="88"/>
                      <a:pt x="43" y="97"/>
                      <a:pt x="31" y="97"/>
                    </a:cubicBezTo>
                    <a:cubicBezTo>
                      <a:pt x="19" y="97"/>
                      <a:pt x="10" y="88"/>
                      <a:pt x="10" y="78"/>
                    </a:cubicBezTo>
                    <a:lnTo>
                      <a:pt x="10" y="29"/>
                    </a:lnTo>
                    <a:close/>
                  </a:path>
                </a:pathLst>
              </a:cu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dist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Freeform 18"/>
              <p:cNvSpPr/>
              <p:nvPr/>
            </p:nvSpPr>
            <p:spPr bwMode="auto">
              <a:xfrm>
                <a:off x="4441" y="3267"/>
                <a:ext cx="215" cy="222"/>
              </a:xfrm>
              <a:custGeom>
                <a:avLst/>
                <a:gdLst>
                  <a:gd name="T0" fmla="*/ 86 w 91"/>
                  <a:gd name="T1" fmla="*/ 0 h 94"/>
                  <a:gd name="T2" fmla="*/ 81 w 91"/>
                  <a:gd name="T3" fmla="*/ 5 h 94"/>
                  <a:gd name="T4" fmla="*/ 81 w 91"/>
                  <a:gd name="T5" fmla="*/ 28 h 94"/>
                  <a:gd name="T6" fmla="*/ 45 w 91"/>
                  <a:gd name="T7" fmla="*/ 59 h 94"/>
                  <a:gd name="T8" fmla="*/ 10 w 91"/>
                  <a:gd name="T9" fmla="*/ 28 h 94"/>
                  <a:gd name="T10" fmla="*/ 10 w 91"/>
                  <a:gd name="T11" fmla="*/ 5 h 94"/>
                  <a:gd name="T12" fmla="*/ 5 w 91"/>
                  <a:gd name="T13" fmla="*/ 0 h 94"/>
                  <a:gd name="T14" fmla="*/ 0 w 91"/>
                  <a:gd name="T15" fmla="*/ 5 h 94"/>
                  <a:gd name="T16" fmla="*/ 0 w 91"/>
                  <a:gd name="T17" fmla="*/ 28 h 94"/>
                  <a:gd name="T18" fmla="*/ 40 w 91"/>
                  <a:gd name="T19" fmla="*/ 69 h 94"/>
                  <a:gd name="T20" fmla="*/ 40 w 91"/>
                  <a:gd name="T21" fmla="*/ 84 h 94"/>
                  <a:gd name="T22" fmla="*/ 20 w 91"/>
                  <a:gd name="T23" fmla="*/ 84 h 94"/>
                  <a:gd name="T24" fmla="*/ 15 w 91"/>
                  <a:gd name="T25" fmla="*/ 89 h 94"/>
                  <a:gd name="T26" fmla="*/ 20 w 91"/>
                  <a:gd name="T27" fmla="*/ 94 h 94"/>
                  <a:gd name="T28" fmla="*/ 70 w 91"/>
                  <a:gd name="T29" fmla="*/ 94 h 94"/>
                  <a:gd name="T30" fmla="*/ 75 w 91"/>
                  <a:gd name="T31" fmla="*/ 89 h 94"/>
                  <a:gd name="T32" fmla="*/ 70 w 91"/>
                  <a:gd name="T33" fmla="*/ 84 h 94"/>
                  <a:gd name="T34" fmla="*/ 50 w 91"/>
                  <a:gd name="T35" fmla="*/ 84 h 94"/>
                  <a:gd name="T36" fmla="*/ 50 w 91"/>
                  <a:gd name="T37" fmla="*/ 69 h 94"/>
                  <a:gd name="T38" fmla="*/ 91 w 91"/>
                  <a:gd name="T39" fmla="*/ 28 h 94"/>
                  <a:gd name="T40" fmla="*/ 91 w 91"/>
                  <a:gd name="T41" fmla="*/ 5 h 94"/>
                  <a:gd name="T42" fmla="*/ 86 w 91"/>
                  <a:gd name="T43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91" h="94">
                    <a:moveTo>
                      <a:pt x="86" y="0"/>
                    </a:moveTo>
                    <a:cubicBezTo>
                      <a:pt x="83" y="0"/>
                      <a:pt x="81" y="3"/>
                      <a:pt x="81" y="5"/>
                    </a:cubicBezTo>
                    <a:cubicBezTo>
                      <a:pt x="81" y="28"/>
                      <a:pt x="81" y="28"/>
                      <a:pt x="81" y="28"/>
                    </a:cubicBezTo>
                    <a:cubicBezTo>
                      <a:pt x="81" y="45"/>
                      <a:pt x="65" y="59"/>
                      <a:pt x="45" y="59"/>
                    </a:cubicBezTo>
                    <a:cubicBezTo>
                      <a:pt x="26" y="59"/>
                      <a:pt x="10" y="45"/>
                      <a:pt x="10" y="28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0" y="2"/>
                      <a:pt x="8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18" y="67"/>
                      <a:pt x="40" y="69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20" y="84"/>
                      <a:pt x="20" y="84"/>
                      <a:pt x="20" y="84"/>
                    </a:cubicBezTo>
                    <a:cubicBezTo>
                      <a:pt x="18" y="84"/>
                      <a:pt x="15" y="86"/>
                      <a:pt x="15" y="89"/>
                    </a:cubicBezTo>
                    <a:cubicBezTo>
                      <a:pt x="15" y="92"/>
                      <a:pt x="18" y="94"/>
                      <a:pt x="20" y="94"/>
                    </a:cubicBezTo>
                    <a:cubicBezTo>
                      <a:pt x="70" y="94"/>
                      <a:pt x="70" y="94"/>
                      <a:pt x="70" y="94"/>
                    </a:cubicBezTo>
                    <a:cubicBezTo>
                      <a:pt x="73" y="94"/>
                      <a:pt x="75" y="92"/>
                      <a:pt x="75" y="89"/>
                    </a:cubicBezTo>
                    <a:cubicBezTo>
                      <a:pt x="75" y="86"/>
                      <a:pt x="73" y="84"/>
                      <a:pt x="70" y="84"/>
                    </a:cubicBezTo>
                    <a:cubicBezTo>
                      <a:pt x="50" y="84"/>
                      <a:pt x="50" y="84"/>
                      <a:pt x="50" y="84"/>
                    </a:cubicBezTo>
                    <a:cubicBezTo>
                      <a:pt x="50" y="69"/>
                      <a:pt x="50" y="69"/>
                      <a:pt x="50" y="69"/>
                    </a:cubicBezTo>
                    <a:cubicBezTo>
                      <a:pt x="73" y="67"/>
                      <a:pt x="91" y="49"/>
                      <a:pt x="91" y="28"/>
                    </a:cubicBezTo>
                    <a:cubicBezTo>
                      <a:pt x="91" y="5"/>
                      <a:pt x="91" y="5"/>
                      <a:pt x="91" y="5"/>
                    </a:cubicBezTo>
                    <a:cubicBezTo>
                      <a:pt x="91" y="3"/>
                      <a:pt x="88" y="0"/>
                      <a:pt x="8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dist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34" name="Text Box 19"/>
          <p:cNvSpPr txBox="1">
            <a:spLocks noChangeArrowheads="1"/>
          </p:cNvSpPr>
          <p:nvPr/>
        </p:nvSpPr>
        <p:spPr bwMode="auto">
          <a:xfrm>
            <a:off x="3256382" y="4132079"/>
            <a:ext cx="857927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指导老师：</a:t>
            </a: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Text Box 20"/>
          <p:cNvSpPr txBox="1">
            <a:spLocks noChangeArrowheads="1"/>
          </p:cNvSpPr>
          <p:nvPr/>
        </p:nvSpPr>
        <p:spPr bwMode="auto">
          <a:xfrm>
            <a:off x="5017069" y="4132079"/>
            <a:ext cx="1127232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人：旗舰店</a:t>
            </a: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0" y="2946544"/>
            <a:ext cx="9144000" cy="54006"/>
            <a:chOff x="2190216" y="0"/>
            <a:chExt cx="7128792" cy="108012"/>
          </a:xfrm>
        </p:grpSpPr>
        <p:sp>
          <p:nvSpPr>
            <p:cNvPr id="4" name="矩形 3"/>
            <p:cNvSpPr/>
            <p:nvPr/>
          </p:nvSpPr>
          <p:spPr>
            <a:xfrm>
              <a:off x="2190216" y="0"/>
              <a:ext cx="1188132" cy="108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3378348" y="0"/>
              <a:ext cx="1188132" cy="1080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4566480" y="0"/>
              <a:ext cx="1188132" cy="108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5754612" y="0"/>
              <a:ext cx="1188132" cy="108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6942744" y="0"/>
              <a:ext cx="1188132" cy="10801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/>
            <p:cNvSpPr/>
            <p:nvPr/>
          </p:nvSpPr>
          <p:spPr>
            <a:xfrm>
              <a:off x="8130876" y="0"/>
              <a:ext cx="1188132" cy="108012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8.3437007874016,&quot;left&quot;:49.700866141732284,&quot;top&quot;:69.41149606299214,&quot;width&quot;:345.4096062992126}"/>
</p:tagLst>
</file>

<file path=ppt/tags/tag2.xml><?xml version="1.0" encoding="utf-8"?>
<p:tagLst xmlns:p="http://schemas.openxmlformats.org/presentationml/2006/main">
  <p:tag name="KSO_WM_DIAGRAM_VIRTUALLY_FRAME" val="{&quot;height&quot;:278.3437007874016,&quot;left&quot;:49.700866141732284,&quot;top&quot;:69.41149606299214,&quot;width&quot;:345.4096062992126}"/>
</p:tagLst>
</file>

<file path=ppt/tags/tag3.xml><?xml version="1.0" encoding="utf-8"?>
<p:tagLst xmlns:p="http://schemas.openxmlformats.org/presentationml/2006/main">
  <p:tag name="KSO_WM_DIAGRAM_VIRTUALLY_FRAME" val="{&quot;height&quot;:278.3437007874016,&quot;left&quot;:49.700866141732284,&quot;top&quot;:69.41149606299214,&quot;width&quot;:345.4096062992126}"/>
</p:tagLst>
</file>

<file path=ppt/tags/tag4.xml><?xml version="1.0" encoding="utf-8"?>
<p:tagLst xmlns:p="http://schemas.openxmlformats.org/presentationml/2006/main">
  <p:tag name="KSO_WM_DIAGRAM_VIRTUALLY_FRAME" val="{&quot;height&quot;:278.3437007874016,&quot;left&quot;:49.700866141732284,&quot;top&quot;:69.41149606299214,&quot;width&quot;:345.4096062992126}"/>
</p:tagLst>
</file>

<file path=ppt/tags/tag5.xml><?xml version="1.0" encoding="utf-8"?>
<p:tagLst xmlns:p="http://schemas.openxmlformats.org/presentationml/2006/main">
  <p:tag name="KSO_WM_DIAGRAM_VIRTUALLY_FRAME" val="{&quot;height&quot;:278.3437007874016,&quot;left&quot;:49.700866141732284,&quot;top&quot;:69.41149606299214,&quot;width&quot;:345.4096062992126}"/>
</p:tagLst>
</file>

<file path=ppt/tags/tag6.xml><?xml version="1.0" encoding="utf-8"?>
<p:tagLst xmlns:p="http://schemas.openxmlformats.org/presentationml/2006/main">
  <p:tag name="KSO_WM_DIAGRAM_VIRTUALLY_FRAME" val="{&quot;height&quot;:278.3437007874016,&quot;left&quot;:49.700866141732284,&quot;top&quot;:69.41149606299214,&quot;width&quot;:345.4096062992126}"/>
</p:tagLst>
</file>

<file path=ppt/tags/tag7.xml><?xml version="1.0" encoding="utf-8"?>
<p:tagLst xmlns:p="http://schemas.openxmlformats.org/presentationml/2006/main">
  <p:tag name="KSO_WM_DIAGRAM_VIRTUALLY_FRAME" val="{&quot;height&quot;:278.3437007874016,&quot;left&quot;:49.700866141732284,&quot;top&quot;:69.41149606299214,&quot;width&quot;:345.4096062992126}"/>
</p:tagLst>
</file>

<file path=ppt/tags/tag8.xml><?xml version="1.0" encoding="utf-8"?>
<p:tagLst xmlns:p="http://schemas.openxmlformats.org/presentationml/2006/main">
  <p:tag name="KSO_WM_DIAGRAM_VIRTUALLY_FRAME" val="{&quot;height&quot;:278.3437007874016,&quot;left&quot;:49.700866141732284,&quot;top&quot;:69.41149606299214,&quot;width&quot;:345.4096062992126}"/>
</p:tagLst>
</file>

<file path=ppt/tags/tag9.xml><?xml version="1.0" encoding="utf-8"?>
<p:tagLst xmlns:p="http://schemas.openxmlformats.org/presentationml/2006/main">
  <p:tag name="KSO_WM_DIAGRAM_VIRTUALLY_FRAME" val="{&quot;height&quot;:278.3437007874016,&quot;left&quot;:49.700866141732284,&quot;top&quot;:69.41149606299214,&quot;width&quot;:345.4096062992126}"/>
</p:tagLst>
</file>

<file path=ppt/tags/tag10.xml><?xml version="1.0" encoding="utf-8"?>
<p:tagLst xmlns:p="http://schemas.openxmlformats.org/presentationml/2006/main">
  <p:tag name="KSO_WM_DIAGRAM_VIRTUALLY_FRAME" val="{&quot;height&quot;:278.3437007874016,&quot;left&quot;:49.700866141732284,&quot;top&quot;:69.41149606299214,&quot;width&quot;:345.4096062992126}"/>
</p:tagLst>
</file>

<file path=ppt/tags/tag11.xml><?xml version="1.0" encoding="utf-8"?>
<p:tagLst xmlns:p="http://schemas.openxmlformats.org/presentationml/2006/main">
  <p:tag name="KSO_WM_DIAGRAM_VIRTUALLY_FRAME" val="{&quot;height&quot;:278.3437007874016,&quot;left&quot;:49.700866141732284,&quot;top&quot;:69.41149606299214,&quot;width&quot;:345.4096062992126}"/>
</p:tagLst>
</file>

<file path=ppt/tags/tag12.xml><?xml version="1.0" encoding="utf-8"?>
<p:tagLst xmlns:p="http://schemas.openxmlformats.org/presentationml/2006/main">
  <p:tag name="KSO_WM_DIAGRAM_VIRTUALLY_FRAME" val="{&quot;height&quot;:210.8762992125984,&quot;left&quot;:62.09755905511811,&quot;top&quot;:110.72874015748032,&quot;width&quot;:609.7481102362206}"/>
</p:tagLst>
</file>

<file path=ppt/tags/tag13.xml><?xml version="1.0" encoding="utf-8"?>
<p:tagLst xmlns:p="http://schemas.openxmlformats.org/presentationml/2006/main">
  <p:tag name="KSO_WM_DIAGRAM_VIRTUALLY_FRAME" val="{&quot;height&quot;:210.8762992125984,&quot;left&quot;:62.09755905511811,&quot;top&quot;:110.72874015748032,&quot;width&quot;:609.7481102362206}"/>
</p:tagLst>
</file>

<file path=ppt/tags/tag14.xml><?xml version="1.0" encoding="utf-8"?>
<p:tagLst xmlns:p="http://schemas.openxmlformats.org/presentationml/2006/main">
  <p:tag name="KSO_WM_DIAGRAM_VIRTUALLY_FRAME" val="{&quot;height&quot;:210.8762992125984,&quot;left&quot;:62.09755905511811,&quot;top&quot;:110.72874015748032,&quot;width&quot;:609.7481102362206}"/>
</p:tagLst>
</file>

<file path=ppt/tags/tag15.xml><?xml version="1.0" encoding="utf-8"?>
<p:tagLst xmlns:p="http://schemas.openxmlformats.org/presentationml/2006/main">
  <p:tag name="KSO_WM_DIAGRAM_VIRTUALLY_FRAME" val="{&quot;height&quot;:210.8762992125984,&quot;left&quot;:62.09755905511811,&quot;top&quot;:110.72874015748032,&quot;width&quot;:609.7481102362206}"/>
</p:tagLst>
</file>

<file path=ppt/tags/tag16.xml><?xml version="1.0" encoding="utf-8"?>
<p:tagLst xmlns:p="http://schemas.openxmlformats.org/presentationml/2006/main">
  <p:tag name="KSO_WM_DIAGRAM_VIRTUALLY_FRAME" val="{&quot;height&quot;:210.8762992125984,&quot;left&quot;:62.09755905511811,&quot;top&quot;:110.72874015748032,&quot;width&quot;:609.7481102362206}"/>
</p:tagLst>
</file>

<file path=ppt/tags/tag17.xml><?xml version="1.0" encoding="utf-8"?>
<p:tagLst xmlns:p="http://schemas.openxmlformats.org/presentationml/2006/main">
  <p:tag name="KSO_WM_DIAGRAM_VIRTUALLY_FRAME" val="{&quot;height&quot;:210.8762992125984,&quot;left&quot;:62.09755905511811,&quot;top&quot;:110.72874015748032,&quot;width&quot;:609.7481102362206}"/>
</p:tagLst>
</file>

<file path=ppt/tags/tag18.xml><?xml version="1.0" encoding="utf-8"?>
<p:tagLst xmlns:p="http://schemas.openxmlformats.org/presentationml/2006/main">
  <p:tag name="KSO_WM_DIAGRAM_VIRTUALLY_FRAME" val="{&quot;height&quot;:210.8762992125984,&quot;left&quot;:62.09755905511811,&quot;top&quot;:110.72874015748032,&quot;width&quot;:609.7481102362206}"/>
</p:tagLst>
</file>

<file path=ppt/tags/tag19.xml><?xml version="1.0" encoding="utf-8"?>
<p:tagLst xmlns:p="http://schemas.openxmlformats.org/presentationml/2006/main">
  <p:tag name="KSO_WM_DIAGRAM_VIRTUALLY_FRAME" val="{&quot;height&quot;:210.8762992125984,&quot;left&quot;:62.09755905511811,&quot;top&quot;:110.72874015748032,&quot;width&quot;:609.7481102362206}"/>
</p:tagLst>
</file>

<file path=ppt/tags/tag20.xml><?xml version="1.0" encoding="utf-8"?>
<p:tagLst xmlns:p="http://schemas.openxmlformats.org/presentationml/2006/main">
  <p:tag name="KSO_WM_DIAGRAM_VIRTUALLY_FRAME" val="{&quot;height&quot;:210.8762992125984,&quot;left&quot;:62.09755905511811,&quot;top&quot;:110.72874015748032,&quot;width&quot;:609.7481102362206}"/>
</p:tagLst>
</file>

<file path=ppt/tags/tag21.xml><?xml version="1.0" encoding="utf-8"?>
<p:tagLst xmlns:p="http://schemas.openxmlformats.org/presentationml/2006/main">
  <p:tag name="KSO_WM_DIAGRAM_VIRTUALLY_FRAME" val="{&quot;height&quot;:210.8762992125984,&quot;left&quot;:62.09755905511811,&quot;top&quot;:110.72874015748032,&quot;width&quot;:609.7481102362206}"/>
</p:tagLst>
</file>

<file path=ppt/tags/tag22.xml><?xml version="1.0" encoding="utf-8"?>
<p:tagLst xmlns:p="http://schemas.openxmlformats.org/presentationml/2006/main">
  <p:tag name="KSO_WM_DIAGRAM_VIRTUALLY_FRAME" val="{&quot;height&quot;:210.8762992125984,&quot;left&quot;:62.09755905511811,&quot;top&quot;:110.72874015748032,&quot;width&quot;:609.7481102362206}"/>
</p:tagLst>
</file>

<file path=ppt/tags/tag23.xml><?xml version="1.0" encoding="utf-8"?>
<p:tagLst xmlns:p="http://schemas.openxmlformats.org/presentationml/2006/main">
  <p:tag name="KSO_WM_DIAGRAM_VIRTUALLY_FRAME" val="{&quot;height&quot;:210.8762992125984,&quot;left&quot;:62.09755905511811,&quot;top&quot;:110.72874015748032,&quot;width&quot;:609.7481102362206}"/>
</p:tagLst>
</file>

<file path=ppt/tags/tag24.xml><?xml version="1.0" encoding="utf-8"?>
<p:tagLst xmlns:p="http://schemas.openxmlformats.org/presentationml/2006/main">
  <p:tag name="KSO_WM_DIAGRAM_VIRTUALLY_FRAME" val="{&quot;height&quot;:210.8762992125984,&quot;left&quot;:62.09755905511811,&quot;top&quot;:110.72874015748032,&quot;width&quot;:609.7481102362206}"/>
</p:tagLst>
</file>

<file path=ppt/tags/tag25.xml><?xml version="1.0" encoding="utf-8"?>
<p:tagLst xmlns:p="http://schemas.openxmlformats.org/presentationml/2006/main">
  <p:tag name="KSO_WM_DIAGRAM_VIRTUALLY_FRAME" val="{&quot;height&quot;:210.8762992125984,&quot;left&quot;:62.09755905511811,&quot;top&quot;:110.72874015748032,&quot;width&quot;:609.7481102362206}"/>
</p:tagLst>
</file>

<file path=ppt/tags/tag26.xml><?xml version="1.0" encoding="utf-8"?>
<p:tagLst xmlns:p="http://schemas.openxmlformats.org/presentationml/2006/main">
  <p:tag name="KSO_WM_DIAGRAM_VIRTUALLY_FRAME" val="{&quot;height&quot;:210.8762992125984,&quot;left&quot;:62.09755905511811,&quot;top&quot;:110.72874015748032,&quot;width&quot;:609.7481102362206}"/>
</p:tagLst>
</file>

<file path=ppt/tags/tag27.xml><?xml version="1.0" encoding="utf-8"?>
<p:tagLst xmlns:p="http://schemas.openxmlformats.org/presentationml/2006/main">
  <p:tag name="KSO_WM_DIAGRAM_VIRTUALLY_FRAME" val="{&quot;height&quot;:210.8762992125984,&quot;left&quot;:62.09755905511811,&quot;top&quot;:110.72874015748032,&quot;width&quot;:609.7481102362206}"/>
</p:tagLst>
</file>

<file path=ppt/tags/tag28.xml><?xml version="1.0" encoding="utf-8"?>
<p:tagLst xmlns:p="http://schemas.openxmlformats.org/presentationml/2006/main">
  <p:tag name="KSO_WM_DIAGRAM_VIRTUALLY_FRAME" val="{&quot;height&quot;:210.8762992125984,&quot;left&quot;:62.09755905511811,&quot;top&quot;:110.72874015748032,&quot;width&quot;:609.7481102362206}"/>
</p:tagLst>
</file>

<file path=ppt/tags/tag29.xml><?xml version="1.0" encoding="utf-8"?>
<p:tagLst xmlns:p="http://schemas.openxmlformats.org/presentationml/2006/main">
  <p:tag name="KSO_WM_DIAGRAM_VIRTUALLY_FRAME" val="{&quot;height&quot;:210.8762992125984,&quot;left&quot;:62.09755905511811,&quot;top&quot;:110.72874015748032,&quot;width&quot;:609.7481102362206}"/>
</p:tagLst>
</file>

<file path=ppt/theme/theme1.xml><?xml version="1.0" encoding="utf-8"?>
<a:theme xmlns:a="http://schemas.openxmlformats.org/drawingml/2006/main" name="Office 主题​​">
  <a:themeElements>
    <a:clrScheme name="自定义 1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1D69A3"/>
      </a:accent1>
      <a:accent2>
        <a:srgbClr val="84CBC3"/>
      </a:accent2>
      <a:accent3>
        <a:srgbClr val="F8D158"/>
      </a:accent3>
      <a:accent4>
        <a:srgbClr val="F57365"/>
      </a:accent4>
      <a:accent5>
        <a:srgbClr val="7FC9EC"/>
      </a:accent5>
      <a:accent6>
        <a:srgbClr val="8689D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1">
    <a:dk1>
      <a:srgbClr val="333333"/>
    </a:dk1>
    <a:lt1>
      <a:srgbClr val="FFFFFF"/>
    </a:lt1>
    <a:dk2>
      <a:srgbClr val="333333"/>
    </a:dk2>
    <a:lt2>
      <a:srgbClr val="FFFFFF"/>
    </a:lt2>
    <a:accent1>
      <a:srgbClr val="1D69A3"/>
    </a:accent1>
    <a:accent2>
      <a:srgbClr val="84CBC3"/>
    </a:accent2>
    <a:accent3>
      <a:srgbClr val="F8D158"/>
    </a:accent3>
    <a:accent4>
      <a:srgbClr val="F57365"/>
    </a:accent4>
    <a:accent5>
      <a:srgbClr val="7FC9EC"/>
    </a:accent5>
    <a:accent6>
      <a:srgbClr val="8689D0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1689</Words>
  <Application>WPS 演示</Application>
  <PresentationFormat>全屏显示(16:9)</PresentationFormat>
  <Paragraphs>187</Paragraphs>
  <Slides>15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Impact</vt:lpstr>
      <vt:lpstr>Calibri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PPTS</dc:title>
  <dc:creator>PPTS</dc:creator>
  <cp:keywords>PPTS</cp:keywords>
  <dc:description>PPTS</dc:description>
  <dc:subject>PPTS</dc:subject>
  <cp:category>PPTS</cp:category>
  <cp:lastModifiedBy>aiebxbhs（已黑化）</cp:lastModifiedBy>
  <cp:revision>18</cp:revision>
  <dcterms:created xsi:type="dcterms:W3CDTF">2016-04-09T09:29:00Z</dcterms:created>
  <dcterms:modified xsi:type="dcterms:W3CDTF">2025-06-07T12:32:19Z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2052-12.1.0.21171</vt:lpwstr>
  </property>
  <property fmtid="{D5CDD505-2E9C-101B-9397-08002B2CF9AE}" pid="3" name="ICV">
    <vt:lpwstr>E1D03A827AD44A0DADB9F63D768C8258_12</vt:lpwstr>
  </property>
</Properties>
</file>